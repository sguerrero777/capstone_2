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65" r:id="rId2"/>
  </p:sldMasterIdLst>
  <p:notesMasterIdLst>
    <p:notesMasterId r:id="rId14"/>
  </p:notesMasterIdLst>
  <p:sldIdLst>
    <p:sldId id="256" r:id="rId3"/>
    <p:sldId id="258" r:id="rId4"/>
    <p:sldId id="289" r:id="rId5"/>
    <p:sldId id="292" r:id="rId6"/>
    <p:sldId id="294" r:id="rId7"/>
    <p:sldId id="295" r:id="rId8"/>
    <p:sldId id="296" r:id="rId9"/>
    <p:sldId id="297" r:id="rId10"/>
    <p:sldId id="299" r:id="rId11"/>
    <p:sldId id="300" r:id="rId12"/>
    <p:sldId id="30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97B0"/>
    <a:srgbClr val="89CCFD"/>
    <a:srgbClr val="EDB0BC"/>
    <a:srgbClr val="FBEBAC"/>
    <a:srgbClr val="F5F5F5"/>
    <a:srgbClr val="FFFFFF"/>
    <a:srgbClr val="9DECD9"/>
    <a:srgbClr val="D23958"/>
    <a:srgbClr val="2023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1C040-2E4F-408C-BF0C-D496DFAB59A8}" v="979" dt="2026-05-29T04:05:10.510"/>
    <p1510:client id="{8652448A-858F-55E6-6622-4D369A150FA6}" v="4" dt="2026-05-29T01:38:30.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99" autoAdjust="0"/>
    <p:restoredTop sz="94660"/>
  </p:normalViewPr>
  <p:slideViewPr>
    <p:cSldViewPr snapToGrid="0">
      <p:cViewPr>
        <p:scale>
          <a:sx n="73" d="100"/>
          <a:sy n="73" d="100"/>
        </p:scale>
        <p:origin x="4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leen guerrero" userId="S::sguerrero@my.yearupunited.org::3aa031e9-e6a7-468f-bc3b-fce99a2b0b37" providerId="AD" clId="Web-{8652448A-858F-55E6-6622-4D369A150FA6}"/>
    <pc:docChg chg="modSld">
      <pc:chgData name="sharleen guerrero" userId="S::sguerrero@my.yearupunited.org::3aa031e9-e6a7-468f-bc3b-fce99a2b0b37" providerId="AD" clId="Web-{8652448A-858F-55E6-6622-4D369A150FA6}" dt="2026-05-29T01:38:30.305" v="2" actId="1076"/>
      <pc:docMkLst>
        <pc:docMk/>
      </pc:docMkLst>
      <pc:sldChg chg="addSp modSp">
        <pc:chgData name="sharleen guerrero" userId="S::sguerrero@my.yearupunited.org::3aa031e9-e6a7-468f-bc3b-fce99a2b0b37" providerId="AD" clId="Web-{8652448A-858F-55E6-6622-4D369A150FA6}" dt="2026-05-29T01:38:30.305" v="2" actId="1076"/>
        <pc:sldMkLst>
          <pc:docMk/>
          <pc:sldMk cId="0" sldId="258"/>
        </pc:sldMkLst>
        <pc:picChg chg="add mod">
          <ac:chgData name="sharleen guerrero" userId="S::sguerrero@my.yearupunited.org::3aa031e9-e6a7-468f-bc3b-fce99a2b0b37" providerId="AD" clId="Web-{8652448A-858F-55E6-6622-4D369A150FA6}" dt="2026-05-29T01:38:30.305" v="2" actId="1076"/>
          <ac:picMkLst>
            <pc:docMk/>
            <pc:sldMk cId="0" sldId="258"/>
            <ac:picMk id="2" creationId="{583F3DF5-3EB2-A740-B12D-4E3CCFCBB1F7}"/>
          </ac:picMkLst>
        </pc:picChg>
      </pc:sldChg>
    </pc:docChg>
  </pc:docChgLst>
  <pc:docChgLst>
    <pc:chgData name="sharleen guerrero" userId="3aa031e9-e6a7-468f-bc3b-fce99a2b0b37" providerId="ADAL" clId="{A08EFAD0-E507-44ED-BFB5-F5D566E874EF}"/>
    <pc:docChg chg="undo custSel addSld delSld modSld sldOrd delMainMaster">
      <pc:chgData name="sharleen guerrero" userId="3aa031e9-e6a7-468f-bc3b-fce99a2b0b37" providerId="ADAL" clId="{A08EFAD0-E507-44ED-BFB5-F5D566E874EF}" dt="2026-05-29T04:05:23.290" v="3490" actId="20577"/>
      <pc:docMkLst>
        <pc:docMk/>
      </pc:docMkLst>
      <pc:sldChg chg="addSp delSp modSp add del mod setBg">
        <pc:chgData name="sharleen guerrero" userId="3aa031e9-e6a7-468f-bc3b-fce99a2b0b37" providerId="ADAL" clId="{A08EFAD0-E507-44ED-BFB5-F5D566E874EF}" dt="2026-05-29T03:54:01.119" v="3292" actId="478"/>
        <pc:sldMkLst>
          <pc:docMk/>
          <pc:sldMk cId="0" sldId="256"/>
        </pc:sldMkLst>
        <pc:spChg chg="mod">
          <ac:chgData name="sharleen guerrero" userId="3aa031e9-e6a7-468f-bc3b-fce99a2b0b37" providerId="ADAL" clId="{A08EFAD0-E507-44ED-BFB5-F5D566E874EF}" dt="2026-05-29T00:59:41.206" v="868" actId="20577"/>
          <ac:spMkLst>
            <pc:docMk/>
            <pc:sldMk cId="0" sldId="256"/>
            <ac:spMk id="2" creationId="{00000000-0000-0000-0000-000000000000}"/>
          </ac:spMkLst>
        </pc:spChg>
        <pc:spChg chg="mod">
          <ac:chgData name="sharleen guerrero" userId="3aa031e9-e6a7-468f-bc3b-fce99a2b0b37" providerId="ADAL" clId="{A08EFAD0-E507-44ED-BFB5-F5D566E874EF}" dt="2026-05-29T01:08:42.483" v="950" actId="2711"/>
          <ac:spMkLst>
            <pc:docMk/>
            <pc:sldMk cId="0" sldId="256"/>
            <ac:spMk id="3" creationId="{00000000-0000-0000-0000-000000000000}"/>
          </ac:spMkLst>
        </pc:spChg>
        <pc:spChg chg="mod">
          <ac:chgData name="sharleen guerrero" userId="3aa031e9-e6a7-468f-bc3b-fce99a2b0b37" providerId="ADAL" clId="{A08EFAD0-E507-44ED-BFB5-F5D566E874EF}" dt="2026-05-29T01:06:19.289" v="943" actId="207"/>
          <ac:spMkLst>
            <pc:docMk/>
            <pc:sldMk cId="0" sldId="256"/>
            <ac:spMk id="4" creationId="{00000000-0000-0000-0000-000000000000}"/>
          </ac:spMkLst>
        </pc:spChg>
        <pc:spChg chg="del mod">
          <ac:chgData name="sharleen guerrero" userId="3aa031e9-e6a7-468f-bc3b-fce99a2b0b37" providerId="ADAL" clId="{A08EFAD0-E507-44ED-BFB5-F5D566E874EF}" dt="2026-05-29T01:05:13.506" v="937" actId="478"/>
          <ac:spMkLst>
            <pc:docMk/>
            <pc:sldMk cId="0" sldId="256"/>
            <ac:spMk id="5" creationId="{00000000-0000-0000-0000-000000000000}"/>
          </ac:spMkLst>
        </pc:spChg>
        <pc:spChg chg="del mod">
          <ac:chgData name="sharleen guerrero" userId="3aa031e9-e6a7-468f-bc3b-fce99a2b0b37" providerId="ADAL" clId="{A08EFAD0-E507-44ED-BFB5-F5D566E874EF}" dt="2026-05-29T01:05:12.173" v="936" actId="478"/>
          <ac:spMkLst>
            <pc:docMk/>
            <pc:sldMk cId="0" sldId="256"/>
            <ac:spMk id="6" creationId="{00000000-0000-0000-0000-000000000000}"/>
          </ac:spMkLst>
        </pc:spChg>
        <pc:spChg chg="del mod">
          <ac:chgData name="sharleen guerrero" userId="3aa031e9-e6a7-468f-bc3b-fce99a2b0b37" providerId="ADAL" clId="{A08EFAD0-E507-44ED-BFB5-F5D566E874EF}" dt="2026-05-29T01:05:09.884" v="935" actId="478"/>
          <ac:spMkLst>
            <pc:docMk/>
            <pc:sldMk cId="0" sldId="256"/>
            <ac:spMk id="7" creationId="{00000000-0000-0000-0000-000000000000}"/>
          </ac:spMkLst>
        </pc:spChg>
        <pc:spChg chg="add del mod">
          <ac:chgData name="sharleen guerrero" userId="3aa031e9-e6a7-468f-bc3b-fce99a2b0b37" providerId="ADAL" clId="{A08EFAD0-E507-44ED-BFB5-F5D566E874EF}" dt="2026-05-29T01:18:54.196" v="1014" actId="478"/>
          <ac:spMkLst>
            <pc:docMk/>
            <pc:sldMk cId="0" sldId="256"/>
            <ac:spMk id="8" creationId="{00000000-0000-0000-0000-000000000000}"/>
          </ac:spMkLst>
        </pc:spChg>
        <pc:spChg chg="del mod">
          <ac:chgData name="sharleen guerrero" userId="3aa031e9-e6a7-468f-bc3b-fce99a2b0b37" providerId="ADAL" clId="{A08EFAD0-E507-44ED-BFB5-F5D566E874EF}" dt="2026-05-29T01:05:17.254" v="940" actId="478"/>
          <ac:spMkLst>
            <pc:docMk/>
            <pc:sldMk cId="0" sldId="256"/>
            <ac:spMk id="9" creationId="{00000000-0000-0000-0000-000000000000}"/>
          </ac:spMkLst>
        </pc:spChg>
        <pc:spChg chg="mod">
          <ac:chgData name="sharleen guerrero" userId="3aa031e9-e6a7-468f-bc3b-fce99a2b0b37" providerId="ADAL" clId="{A08EFAD0-E507-44ED-BFB5-F5D566E874EF}" dt="2026-05-29T01:08:58.812" v="952" actId="2711"/>
          <ac:spMkLst>
            <pc:docMk/>
            <pc:sldMk cId="0" sldId="256"/>
            <ac:spMk id="10" creationId="{00000000-0000-0000-0000-000000000000}"/>
          </ac:spMkLst>
        </pc:spChg>
        <pc:spChg chg="mod">
          <ac:chgData name="sharleen guerrero" userId="3aa031e9-e6a7-468f-bc3b-fce99a2b0b37" providerId="ADAL" clId="{A08EFAD0-E507-44ED-BFB5-F5D566E874EF}" dt="2026-05-29T01:09:08.571" v="953" actId="1036"/>
          <ac:spMkLst>
            <pc:docMk/>
            <pc:sldMk cId="0" sldId="256"/>
            <ac:spMk id="13" creationId="{00000000-0000-0000-0000-000000000000}"/>
          </ac:spMkLst>
        </pc:spChg>
        <pc:spChg chg="del">
          <ac:chgData name="sharleen guerrero" userId="3aa031e9-e6a7-468f-bc3b-fce99a2b0b37" providerId="ADAL" clId="{A08EFAD0-E507-44ED-BFB5-F5D566E874EF}" dt="2026-05-29T01:02:44.114" v="922" actId="478"/>
          <ac:spMkLst>
            <pc:docMk/>
            <pc:sldMk cId="0" sldId="256"/>
            <ac:spMk id="14" creationId="{00000000-0000-0000-0000-000000000000}"/>
          </ac:spMkLst>
        </pc:spChg>
        <pc:picChg chg="add del mod ord">
          <ac:chgData name="sharleen guerrero" userId="3aa031e9-e6a7-468f-bc3b-fce99a2b0b37" providerId="ADAL" clId="{A08EFAD0-E507-44ED-BFB5-F5D566E874EF}" dt="2026-05-29T03:54:01.119" v="3292" actId="478"/>
          <ac:picMkLst>
            <pc:docMk/>
            <pc:sldMk cId="0" sldId="256"/>
            <ac:picMk id="20" creationId="{00000000-0000-0000-0000-000000000000}"/>
          </ac:picMkLst>
        </pc:picChg>
        <pc:cxnChg chg="add mod">
          <ac:chgData name="sharleen guerrero" userId="3aa031e9-e6a7-468f-bc3b-fce99a2b0b37" providerId="ADAL" clId="{A08EFAD0-E507-44ED-BFB5-F5D566E874EF}" dt="2026-05-29T01:18:58.736" v="1016" actId="1076"/>
          <ac:cxnSpMkLst>
            <pc:docMk/>
            <pc:sldMk cId="0" sldId="256"/>
            <ac:cxnSpMk id="15" creationId="{9276DD21-18B0-2BF2-5C5E-37DDD79E8F6D}"/>
          </ac:cxnSpMkLst>
        </pc:cxnChg>
      </pc:sldChg>
      <pc:sldChg chg="del">
        <pc:chgData name="sharleen guerrero" userId="3aa031e9-e6a7-468f-bc3b-fce99a2b0b37" providerId="ADAL" clId="{A08EFAD0-E507-44ED-BFB5-F5D566E874EF}" dt="2026-05-29T00:40:16.776" v="813" actId="47"/>
        <pc:sldMkLst>
          <pc:docMk/>
          <pc:sldMk cId="987204363" sldId="256"/>
        </pc:sldMkLst>
      </pc:sldChg>
      <pc:sldChg chg="addSp delSp add del setBg delDesignElem">
        <pc:chgData name="sharleen guerrero" userId="3aa031e9-e6a7-468f-bc3b-fce99a2b0b37" providerId="ADAL" clId="{A08EFAD0-E507-44ED-BFB5-F5D566E874EF}" dt="2026-05-29T00:56:11.171" v="835" actId="47"/>
        <pc:sldMkLst>
          <pc:docMk/>
          <pc:sldMk cId="3196654990" sldId="256"/>
        </pc:sldMkLst>
        <pc:spChg chg="add del">
          <ac:chgData name="sharleen guerrero" userId="3aa031e9-e6a7-468f-bc3b-fce99a2b0b37" providerId="ADAL" clId="{A08EFAD0-E507-44ED-BFB5-F5D566E874EF}" dt="2026-05-29T00:55:59.914" v="834"/>
          <ac:spMkLst>
            <pc:docMk/>
            <pc:sldMk cId="3196654990" sldId="256"/>
            <ac:spMk id="31" creationId="{942E14E0-E6CB-444C-97C0-D67DA9F4D07E}"/>
          </ac:spMkLst>
        </pc:spChg>
        <pc:spChg chg="add del">
          <ac:chgData name="sharleen guerrero" userId="3aa031e9-e6a7-468f-bc3b-fce99a2b0b37" providerId="ADAL" clId="{A08EFAD0-E507-44ED-BFB5-F5D566E874EF}" dt="2026-05-29T00:55:59.914" v="834"/>
          <ac:spMkLst>
            <pc:docMk/>
            <pc:sldMk cId="3196654990" sldId="256"/>
            <ac:spMk id="32" creationId="{B37D29E2-7609-4210-93A1-BFB7944C0FD8}"/>
          </ac:spMkLst>
        </pc:spChg>
        <pc:spChg chg="add del">
          <ac:chgData name="sharleen guerrero" userId="3aa031e9-e6a7-468f-bc3b-fce99a2b0b37" providerId="ADAL" clId="{A08EFAD0-E507-44ED-BFB5-F5D566E874EF}" dt="2026-05-29T00:55:59.914" v="834"/>
          <ac:spMkLst>
            <pc:docMk/>
            <pc:sldMk cId="3196654990" sldId="256"/>
            <ac:spMk id="33" creationId="{363B6ECA-5FD8-454D-ABC3-C4ACC15AF971}"/>
          </ac:spMkLst>
        </pc:spChg>
        <pc:cxnChg chg="add del">
          <ac:chgData name="sharleen guerrero" userId="3aa031e9-e6a7-468f-bc3b-fce99a2b0b37" providerId="ADAL" clId="{A08EFAD0-E507-44ED-BFB5-F5D566E874EF}" dt="2026-05-29T00:55:59.914" v="834"/>
          <ac:cxnSpMkLst>
            <pc:docMk/>
            <pc:sldMk cId="3196654990" sldId="256"/>
            <ac:cxnSpMk id="34" creationId="{0887B8F6-F933-4DC0-BBB7-EE99DB8AA4B7}"/>
          </ac:cxnSpMkLst>
        </pc:cxnChg>
      </pc:sldChg>
      <pc:sldChg chg="addSp delSp modSp add del mod setBg">
        <pc:chgData name="sharleen guerrero" userId="3aa031e9-e6a7-468f-bc3b-fce99a2b0b37" providerId="ADAL" clId="{A08EFAD0-E507-44ED-BFB5-F5D566E874EF}" dt="2026-05-29T03:48:47.697" v="3282" actId="26606"/>
        <pc:sldMkLst>
          <pc:docMk/>
          <pc:sldMk cId="0" sldId="258"/>
        </pc:sldMkLst>
        <pc:spChg chg="del">
          <ac:chgData name="sharleen guerrero" userId="3aa031e9-e6a7-468f-bc3b-fce99a2b0b37" providerId="ADAL" clId="{A08EFAD0-E507-44ED-BFB5-F5D566E874EF}" dt="2026-05-29T01:14:45.561" v="1000" actId="478"/>
          <ac:spMkLst>
            <pc:docMk/>
            <pc:sldMk cId="0" sldId="258"/>
            <ac:spMk id="2" creationId="{00000000-0000-0000-0000-000000000000}"/>
          </ac:spMkLst>
        </pc:spChg>
        <pc:spChg chg="del">
          <ac:chgData name="sharleen guerrero" userId="3aa031e9-e6a7-468f-bc3b-fce99a2b0b37" providerId="ADAL" clId="{A08EFAD0-E507-44ED-BFB5-F5D566E874EF}" dt="2026-05-29T01:16:09.359" v="1005" actId="478"/>
          <ac:spMkLst>
            <pc:docMk/>
            <pc:sldMk cId="0" sldId="258"/>
            <ac:spMk id="3" creationId="{00000000-0000-0000-0000-000000000000}"/>
          </ac:spMkLst>
        </pc:spChg>
        <pc:spChg chg="mod">
          <ac:chgData name="sharleen guerrero" userId="3aa031e9-e6a7-468f-bc3b-fce99a2b0b37" providerId="ADAL" clId="{A08EFAD0-E507-44ED-BFB5-F5D566E874EF}" dt="2026-05-29T01:14:35.038" v="999" actId="113"/>
          <ac:spMkLst>
            <pc:docMk/>
            <pc:sldMk cId="0" sldId="258"/>
            <ac:spMk id="4" creationId="{00000000-0000-0000-0000-000000000000}"/>
          </ac:spMkLst>
        </pc:spChg>
        <pc:spChg chg="del">
          <ac:chgData name="sharleen guerrero" userId="3aa031e9-e6a7-468f-bc3b-fce99a2b0b37" providerId="ADAL" clId="{A08EFAD0-E507-44ED-BFB5-F5D566E874EF}" dt="2026-05-29T01:12:48.200" v="985" actId="478"/>
          <ac:spMkLst>
            <pc:docMk/>
            <pc:sldMk cId="0" sldId="258"/>
            <ac:spMk id="5" creationId="{00000000-0000-0000-0000-000000000000}"/>
          </ac:spMkLst>
        </pc:spChg>
        <pc:spChg chg="del">
          <ac:chgData name="sharleen guerrero" userId="3aa031e9-e6a7-468f-bc3b-fce99a2b0b37" providerId="ADAL" clId="{A08EFAD0-E507-44ED-BFB5-F5D566E874EF}" dt="2026-05-29T01:12:49.792" v="986" actId="478"/>
          <ac:spMkLst>
            <pc:docMk/>
            <pc:sldMk cId="0" sldId="258"/>
            <ac:spMk id="6" creationId="{00000000-0000-0000-0000-000000000000}"/>
          </ac:spMkLst>
        </pc:spChg>
        <pc:spChg chg="del">
          <ac:chgData name="sharleen guerrero" userId="3aa031e9-e6a7-468f-bc3b-fce99a2b0b37" providerId="ADAL" clId="{A08EFAD0-E507-44ED-BFB5-F5D566E874EF}" dt="2026-05-29T01:12:51.079" v="987" actId="478"/>
          <ac:spMkLst>
            <pc:docMk/>
            <pc:sldMk cId="0" sldId="258"/>
            <ac:spMk id="7" creationId="{00000000-0000-0000-0000-000000000000}"/>
          </ac:spMkLst>
        </pc:spChg>
        <pc:spChg chg="del">
          <ac:chgData name="sharleen guerrero" userId="3aa031e9-e6a7-468f-bc3b-fce99a2b0b37" providerId="ADAL" clId="{A08EFAD0-E507-44ED-BFB5-F5D566E874EF}" dt="2026-05-29T01:12:52.429" v="988" actId="478"/>
          <ac:spMkLst>
            <pc:docMk/>
            <pc:sldMk cId="0" sldId="258"/>
            <ac:spMk id="8" creationId="{00000000-0000-0000-0000-000000000000}"/>
          </ac:spMkLst>
        </pc:spChg>
        <pc:spChg chg="del">
          <ac:chgData name="sharleen guerrero" userId="3aa031e9-e6a7-468f-bc3b-fce99a2b0b37" providerId="ADAL" clId="{A08EFAD0-E507-44ED-BFB5-F5D566E874EF}" dt="2026-05-29T01:12:54.113" v="989" actId="478"/>
          <ac:spMkLst>
            <pc:docMk/>
            <pc:sldMk cId="0" sldId="258"/>
            <ac:spMk id="9" creationId="{00000000-0000-0000-0000-000000000000}"/>
          </ac:spMkLst>
        </pc:spChg>
        <pc:spChg chg="mod">
          <ac:chgData name="sharleen guerrero" userId="3aa031e9-e6a7-468f-bc3b-fce99a2b0b37" providerId="ADAL" clId="{A08EFAD0-E507-44ED-BFB5-F5D566E874EF}" dt="2026-05-29T01:27:02.124" v="1059" actId="1076"/>
          <ac:spMkLst>
            <pc:docMk/>
            <pc:sldMk cId="0" sldId="258"/>
            <ac:spMk id="10" creationId="{00000000-0000-0000-0000-000000000000}"/>
          </ac:spMkLst>
        </pc:spChg>
        <pc:spChg chg="mod">
          <ac:chgData name="sharleen guerrero" userId="3aa031e9-e6a7-468f-bc3b-fce99a2b0b37" providerId="ADAL" clId="{A08EFAD0-E507-44ED-BFB5-F5D566E874EF}" dt="2026-05-29T02:18:17.076" v="2159" actId="20577"/>
          <ac:spMkLst>
            <pc:docMk/>
            <pc:sldMk cId="0" sldId="258"/>
            <ac:spMk id="11" creationId="{00000000-0000-0000-0000-000000000000}"/>
          </ac:spMkLst>
        </pc:spChg>
        <pc:spChg chg="mod">
          <ac:chgData name="sharleen guerrero" userId="3aa031e9-e6a7-468f-bc3b-fce99a2b0b37" providerId="ADAL" clId="{A08EFAD0-E507-44ED-BFB5-F5D566E874EF}" dt="2026-05-29T01:34:11.260" v="1360" actId="20577"/>
          <ac:spMkLst>
            <pc:docMk/>
            <pc:sldMk cId="0" sldId="258"/>
            <ac:spMk id="12" creationId="{00000000-0000-0000-0000-000000000000}"/>
          </ac:spMkLst>
        </pc:spChg>
        <pc:spChg chg="mod">
          <ac:chgData name="sharleen guerrero" userId="3aa031e9-e6a7-468f-bc3b-fce99a2b0b37" providerId="ADAL" clId="{A08EFAD0-E507-44ED-BFB5-F5D566E874EF}" dt="2026-05-29T01:39:58.349" v="1413" actId="20577"/>
          <ac:spMkLst>
            <pc:docMk/>
            <pc:sldMk cId="0" sldId="258"/>
            <ac:spMk id="13" creationId="{00000000-0000-0000-0000-000000000000}"/>
          </ac:spMkLst>
        </pc:spChg>
        <pc:spChg chg="add del mod">
          <ac:chgData name="sharleen guerrero" userId="3aa031e9-e6a7-468f-bc3b-fce99a2b0b37" providerId="ADAL" clId="{A08EFAD0-E507-44ED-BFB5-F5D566E874EF}" dt="2026-05-29T01:25:57.742" v="1041" actId="478"/>
          <ac:spMkLst>
            <pc:docMk/>
            <pc:sldMk cId="0" sldId="258"/>
            <ac:spMk id="14" creationId="{00000000-0000-0000-0000-000000000000}"/>
          </ac:spMkLst>
        </pc:spChg>
        <pc:spChg chg="mod">
          <ac:chgData name="sharleen guerrero" userId="3aa031e9-e6a7-468f-bc3b-fce99a2b0b37" providerId="ADAL" clId="{A08EFAD0-E507-44ED-BFB5-F5D566E874EF}" dt="2026-05-29T01:18:43.291" v="1013" actId="208"/>
          <ac:spMkLst>
            <pc:docMk/>
            <pc:sldMk cId="0" sldId="258"/>
            <ac:spMk id="15" creationId="{00000000-0000-0000-0000-000000000000}"/>
          </ac:spMkLst>
        </pc:spChg>
        <pc:spChg chg="mod">
          <ac:chgData name="sharleen guerrero" userId="3aa031e9-e6a7-468f-bc3b-fce99a2b0b37" providerId="ADAL" clId="{A08EFAD0-E507-44ED-BFB5-F5D566E874EF}" dt="2026-05-29T01:39:25.324" v="1411" actId="20577"/>
          <ac:spMkLst>
            <pc:docMk/>
            <pc:sldMk cId="0" sldId="258"/>
            <ac:spMk id="16" creationId="{00000000-0000-0000-0000-000000000000}"/>
          </ac:spMkLst>
        </pc:spChg>
        <pc:spChg chg="del">
          <ac:chgData name="sharleen guerrero" userId="3aa031e9-e6a7-468f-bc3b-fce99a2b0b37" providerId="ADAL" clId="{A08EFAD0-E507-44ED-BFB5-F5D566E874EF}" dt="2026-05-29T01:25:53.845" v="1039" actId="478"/>
          <ac:spMkLst>
            <pc:docMk/>
            <pc:sldMk cId="0" sldId="258"/>
            <ac:spMk id="17" creationId="{00000000-0000-0000-0000-000000000000}"/>
          </ac:spMkLst>
        </pc:spChg>
        <pc:spChg chg="del">
          <ac:chgData name="sharleen guerrero" userId="3aa031e9-e6a7-468f-bc3b-fce99a2b0b37" providerId="ADAL" clId="{A08EFAD0-E507-44ED-BFB5-F5D566E874EF}" dt="2026-05-29T01:26:09.827" v="1046" actId="478"/>
          <ac:spMkLst>
            <pc:docMk/>
            <pc:sldMk cId="0" sldId="258"/>
            <ac:spMk id="18" creationId="{00000000-0000-0000-0000-000000000000}"/>
          </ac:spMkLst>
        </pc:spChg>
        <pc:spChg chg="del">
          <ac:chgData name="sharleen guerrero" userId="3aa031e9-e6a7-468f-bc3b-fce99a2b0b37" providerId="ADAL" clId="{A08EFAD0-E507-44ED-BFB5-F5D566E874EF}" dt="2026-05-29T01:26:00.087" v="1042" actId="478"/>
          <ac:spMkLst>
            <pc:docMk/>
            <pc:sldMk cId="0" sldId="258"/>
            <ac:spMk id="19" creationId="{00000000-0000-0000-0000-000000000000}"/>
          </ac:spMkLst>
        </pc:spChg>
        <pc:spChg chg="del">
          <ac:chgData name="sharleen guerrero" userId="3aa031e9-e6a7-468f-bc3b-fce99a2b0b37" providerId="ADAL" clId="{A08EFAD0-E507-44ED-BFB5-F5D566E874EF}" dt="2026-05-29T01:26:12.015" v="1047" actId="478"/>
          <ac:spMkLst>
            <pc:docMk/>
            <pc:sldMk cId="0" sldId="258"/>
            <ac:spMk id="20" creationId="{00000000-0000-0000-0000-000000000000}"/>
          </ac:spMkLst>
        </pc:spChg>
        <pc:spChg chg="del">
          <ac:chgData name="sharleen guerrero" userId="3aa031e9-e6a7-468f-bc3b-fce99a2b0b37" providerId="ADAL" clId="{A08EFAD0-E507-44ED-BFB5-F5D566E874EF}" dt="2026-05-29T01:26:01.724" v="1043" actId="478"/>
          <ac:spMkLst>
            <pc:docMk/>
            <pc:sldMk cId="0" sldId="258"/>
            <ac:spMk id="21" creationId="{00000000-0000-0000-0000-000000000000}"/>
          </ac:spMkLst>
        </pc:spChg>
        <pc:spChg chg="del">
          <ac:chgData name="sharleen guerrero" userId="3aa031e9-e6a7-468f-bc3b-fce99a2b0b37" providerId="ADAL" clId="{A08EFAD0-E507-44ED-BFB5-F5D566E874EF}" dt="2026-05-29T01:26:18.595" v="1048" actId="478"/>
          <ac:spMkLst>
            <pc:docMk/>
            <pc:sldMk cId="0" sldId="258"/>
            <ac:spMk id="22" creationId="{00000000-0000-0000-0000-000000000000}"/>
          </ac:spMkLst>
        </pc:spChg>
        <pc:spChg chg="del">
          <ac:chgData name="sharleen guerrero" userId="3aa031e9-e6a7-468f-bc3b-fce99a2b0b37" providerId="ADAL" clId="{A08EFAD0-E507-44ED-BFB5-F5D566E874EF}" dt="2026-05-29T01:26:04.447" v="1044" actId="478"/>
          <ac:spMkLst>
            <pc:docMk/>
            <pc:sldMk cId="0" sldId="258"/>
            <ac:spMk id="23" creationId="{00000000-0000-0000-0000-000000000000}"/>
          </ac:spMkLst>
        </pc:spChg>
        <pc:spChg chg="del">
          <ac:chgData name="sharleen guerrero" userId="3aa031e9-e6a7-468f-bc3b-fce99a2b0b37" providerId="ADAL" clId="{A08EFAD0-E507-44ED-BFB5-F5D566E874EF}" dt="2026-05-29T01:26:20.706" v="1049" actId="478"/>
          <ac:spMkLst>
            <pc:docMk/>
            <pc:sldMk cId="0" sldId="258"/>
            <ac:spMk id="24" creationId="{00000000-0000-0000-0000-000000000000}"/>
          </ac:spMkLst>
        </pc:spChg>
        <pc:spChg chg="del">
          <ac:chgData name="sharleen guerrero" userId="3aa031e9-e6a7-468f-bc3b-fce99a2b0b37" providerId="ADAL" clId="{A08EFAD0-E507-44ED-BFB5-F5D566E874EF}" dt="2026-05-29T01:26:07.879" v="1045" actId="478"/>
          <ac:spMkLst>
            <pc:docMk/>
            <pc:sldMk cId="0" sldId="258"/>
            <ac:spMk id="25" creationId="{00000000-0000-0000-0000-000000000000}"/>
          </ac:spMkLst>
        </pc:spChg>
        <pc:spChg chg="del mod">
          <ac:chgData name="sharleen guerrero" userId="3aa031e9-e6a7-468f-bc3b-fce99a2b0b37" providerId="ADAL" clId="{A08EFAD0-E507-44ED-BFB5-F5D566E874EF}" dt="2026-05-29T01:26:24.532" v="1054" actId="478"/>
          <ac:spMkLst>
            <pc:docMk/>
            <pc:sldMk cId="0" sldId="258"/>
            <ac:spMk id="26" creationId="{00000000-0000-0000-0000-000000000000}"/>
          </ac:spMkLst>
        </pc:spChg>
        <pc:spChg chg="mod">
          <ac:chgData name="sharleen guerrero" userId="3aa031e9-e6a7-468f-bc3b-fce99a2b0b37" providerId="ADAL" clId="{A08EFAD0-E507-44ED-BFB5-F5D566E874EF}" dt="2026-05-29T01:19:59.634" v="1018" actId="208"/>
          <ac:spMkLst>
            <pc:docMk/>
            <pc:sldMk cId="0" sldId="258"/>
            <ac:spMk id="27" creationId="{00000000-0000-0000-0000-000000000000}"/>
          </ac:spMkLst>
        </pc:spChg>
        <pc:spChg chg="del">
          <ac:chgData name="sharleen guerrero" userId="3aa031e9-e6a7-468f-bc3b-fce99a2b0b37" providerId="ADAL" clId="{A08EFAD0-E507-44ED-BFB5-F5D566E874EF}" dt="2026-05-29T01:15:09.419" v="1001" actId="478"/>
          <ac:spMkLst>
            <pc:docMk/>
            <pc:sldMk cId="0" sldId="258"/>
            <ac:spMk id="28" creationId="{00000000-0000-0000-0000-000000000000}"/>
          </ac:spMkLst>
        </pc:spChg>
        <pc:picChg chg="mod">
          <ac:chgData name="sharleen guerrero" userId="3aa031e9-e6a7-468f-bc3b-fce99a2b0b37" providerId="ADAL" clId="{A08EFAD0-E507-44ED-BFB5-F5D566E874EF}" dt="2026-05-29T03:48:47.697" v="3282" actId="26606"/>
          <ac:picMkLst>
            <pc:docMk/>
            <pc:sldMk cId="0" sldId="258"/>
            <ac:picMk id="2" creationId="{583F3DF5-3EB2-A740-B12D-4E3CCFCBB1F7}"/>
          </ac:picMkLst>
        </pc:picChg>
        <pc:cxnChg chg="add mod">
          <ac:chgData name="sharleen guerrero" userId="3aa031e9-e6a7-468f-bc3b-fce99a2b0b37" providerId="ADAL" clId="{A08EFAD0-E507-44ED-BFB5-F5D566E874EF}" dt="2026-05-29T01:13:05.518" v="992" actId="14100"/>
          <ac:cxnSpMkLst>
            <pc:docMk/>
            <pc:sldMk cId="0" sldId="258"/>
            <ac:cxnSpMk id="29" creationId="{9180395E-E706-6A93-3896-821728941288}"/>
          </ac:cxnSpMkLst>
        </pc:cxnChg>
      </pc:sldChg>
      <pc:sldChg chg="addSp delSp modSp add del mod">
        <pc:chgData name="sharleen guerrero" userId="3aa031e9-e6a7-468f-bc3b-fce99a2b0b37" providerId="ADAL" clId="{A08EFAD0-E507-44ED-BFB5-F5D566E874EF}" dt="2026-05-29T00:40:19.090" v="815" actId="47"/>
        <pc:sldMkLst>
          <pc:docMk/>
          <pc:sldMk cId="2669003191" sldId="286"/>
        </pc:sldMkLst>
        <pc:spChg chg="mod">
          <ac:chgData name="sharleen guerrero" userId="3aa031e9-e6a7-468f-bc3b-fce99a2b0b37" providerId="ADAL" clId="{A08EFAD0-E507-44ED-BFB5-F5D566E874EF}" dt="2026-05-29T00:09:26.740" v="85" actId="20577"/>
          <ac:spMkLst>
            <pc:docMk/>
            <pc:sldMk cId="2669003191" sldId="286"/>
            <ac:spMk id="2" creationId="{4012FCCB-C668-E375-745A-4092D4DA792D}"/>
          </ac:spMkLst>
        </pc:spChg>
        <pc:spChg chg="mod">
          <ac:chgData name="sharleen guerrero" userId="3aa031e9-e6a7-468f-bc3b-fce99a2b0b37" providerId="ADAL" clId="{A08EFAD0-E507-44ED-BFB5-F5D566E874EF}" dt="2026-05-29T00:09:33.380" v="92" actId="20577"/>
          <ac:spMkLst>
            <pc:docMk/>
            <pc:sldMk cId="2669003191" sldId="286"/>
            <ac:spMk id="3" creationId="{A1215DBE-C581-DF12-8B02-1BB4FA99B94C}"/>
          </ac:spMkLst>
        </pc:spChg>
        <pc:spChg chg="mod">
          <ac:chgData name="sharleen guerrero" userId="3aa031e9-e6a7-468f-bc3b-fce99a2b0b37" providerId="ADAL" clId="{A08EFAD0-E507-44ED-BFB5-F5D566E874EF}" dt="2026-05-29T00:09:36.663" v="101" actId="20577"/>
          <ac:spMkLst>
            <pc:docMk/>
            <pc:sldMk cId="2669003191" sldId="286"/>
            <ac:spMk id="5" creationId="{8AF51EFE-C206-4E9F-1ECA-69B8E804771B}"/>
          </ac:spMkLst>
        </pc:spChg>
        <pc:spChg chg="mod">
          <ac:chgData name="sharleen guerrero" userId="3aa031e9-e6a7-468f-bc3b-fce99a2b0b37" providerId="ADAL" clId="{A08EFAD0-E507-44ED-BFB5-F5D566E874EF}" dt="2026-05-29T00:09:41.270" v="114" actId="20577"/>
          <ac:spMkLst>
            <pc:docMk/>
            <pc:sldMk cId="2669003191" sldId="286"/>
            <ac:spMk id="6" creationId="{D392FED6-AAD8-5F8E-79B4-DF24A782374A}"/>
          </ac:spMkLst>
        </pc:spChg>
        <pc:spChg chg="mod">
          <ac:chgData name="sharleen guerrero" userId="3aa031e9-e6a7-468f-bc3b-fce99a2b0b37" providerId="ADAL" clId="{A08EFAD0-E507-44ED-BFB5-F5D566E874EF}" dt="2026-05-29T00:09:46.620" v="121" actId="20577"/>
          <ac:spMkLst>
            <pc:docMk/>
            <pc:sldMk cId="2669003191" sldId="286"/>
            <ac:spMk id="7" creationId="{8C718A59-7FF0-150D-65DA-7E2BCFAC70CD}"/>
          </ac:spMkLst>
        </pc:spChg>
        <pc:spChg chg="mod">
          <ac:chgData name="sharleen guerrero" userId="3aa031e9-e6a7-468f-bc3b-fce99a2b0b37" providerId="ADAL" clId="{A08EFAD0-E507-44ED-BFB5-F5D566E874EF}" dt="2026-05-29T00:09:52.626" v="140" actId="20577"/>
          <ac:spMkLst>
            <pc:docMk/>
            <pc:sldMk cId="2669003191" sldId="286"/>
            <ac:spMk id="8" creationId="{1A668396-55B1-62F2-1540-284A767D707A}"/>
          </ac:spMkLst>
        </pc:spChg>
        <pc:spChg chg="mod">
          <ac:chgData name="sharleen guerrero" userId="3aa031e9-e6a7-468f-bc3b-fce99a2b0b37" providerId="ADAL" clId="{A08EFAD0-E507-44ED-BFB5-F5D566E874EF}" dt="2026-05-29T00:10:00.751" v="160" actId="14100"/>
          <ac:spMkLst>
            <pc:docMk/>
            <pc:sldMk cId="2669003191" sldId="286"/>
            <ac:spMk id="9" creationId="{0443785B-1A6D-E1D6-6E52-FE4E67D01D2F}"/>
          </ac:spMkLst>
        </pc:spChg>
        <pc:spChg chg="add del mod">
          <ac:chgData name="sharleen guerrero" userId="3aa031e9-e6a7-468f-bc3b-fce99a2b0b37" providerId="ADAL" clId="{A08EFAD0-E507-44ED-BFB5-F5D566E874EF}" dt="2026-05-29T00:09:07.301" v="65" actId="931"/>
          <ac:spMkLst>
            <pc:docMk/>
            <pc:sldMk cId="2669003191" sldId="286"/>
            <ac:spMk id="25" creationId="{E2F601D3-260F-91EF-3B13-645321461D83}"/>
          </ac:spMkLst>
        </pc:spChg>
        <pc:picChg chg="add mod">
          <ac:chgData name="sharleen guerrero" userId="3aa031e9-e6a7-468f-bc3b-fce99a2b0b37" providerId="ADAL" clId="{A08EFAD0-E507-44ED-BFB5-F5D566E874EF}" dt="2026-05-29T00:08:49.483" v="64"/>
          <ac:picMkLst>
            <pc:docMk/>
            <pc:sldMk cId="2669003191" sldId="286"/>
            <ac:picMk id="26" creationId="{4C588184-9B1B-599E-E4CC-514BC6456682}"/>
          </ac:picMkLst>
        </pc:picChg>
        <pc:picChg chg="add mod">
          <ac:chgData name="sharleen guerrero" userId="3aa031e9-e6a7-468f-bc3b-fce99a2b0b37" providerId="ADAL" clId="{A08EFAD0-E507-44ED-BFB5-F5D566E874EF}" dt="2026-05-29T00:09:14.766" v="67" actId="207"/>
          <ac:picMkLst>
            <pc:docMk/>
            <pc:sldMk cId="2669003191" sldId="286"/>
            <ac:picMk id="28" creationId="{5F1CB1EF-DA3A-0034-A993-01D5DD1F6B80}"/>
          </ac:picMkLst>
        </pc:picChg>
        <pc:picChg chg="del">
          <ac:chgData name="sharleen guerrero" userId="3aa031e9-e6a7-468f-bc3b-fce99a2b0b37" providerId="ADAL" clId="{A08EFAD0-E507-44ED-BFB5-F5D566E874EF}" dt="2026-05-29T00:08:47.410" v="62" actId="478"/>
          <ac:picMkLst>
            <pc:docMk/>
            <pc:sldMk cId="2669003191" sldId="286"/>
            <ac:picMk id="158" creationId="{E00EE016-AD81-3104-FB78-D36E9AF9EFA1}"/>
          </ac:picMkLst>
        </pc:picChg>
      </pc:sldChg>
      <pc:sldChg chg="del">
        <pc:chgData name="sharleen guerrero" userId="3aa031e9-e6a7-468f-bc3b-fce99a2b0b37" providerId="ADAL" clId="{A08EFAD0-E507-44ED-BFB5-F5D566E874EF}" dt="2026-05-29T00:40:17.499" v="814" actId="47"/>
        <pc:sldMkLst>
          <pc:docMk/>
          <pc:sldMk cId="165015361" sldId="288"/>
        </pc:sldMkLst>
      </pc:sldChg>
      <pc:sldChg chg="addSp delSp modSp mod setBg">
        <pc:chgData name="sharleen guerrero" userId="3aa031e9-e6a7-468f-bc3b-fce99a2b0b37" providerId="ADAL" clId="{A08EFAD0-E507-44ED-BFB5-F5D566E874EF}" dt="2026-05-29T03:59:15.454" v="3388" actId="20577"/>
        <pc:sldMkLst>
          <pc:docMk/>
          <pc:sldMk cId="3909628823" sldId="289"/>
        </pc:sldMkLst>
        <pc:spChg chg="mod">
          <ac:chgData name="sharleen guerrero" userId="3aa031e9-e6a7-468f-bc3b-fce99a2b0b37" providerId="ADAL" clId="{A08EFAD0-E507-44ED-BFB5-F5D566E874EF}" dt="2026-05-29T01:22:16.680" v="1025" actId="255"/>
          <ac:spMkLst>
            <pc:docMk/>
            <pc:sldMk cId="3909628823" sldId="289"/>
            <ac:spMk id="2" creationId="{1D451559-F009-494B-2C5B-0832F12E00CC}"/>
          </ac:spMkLst>
        </pc:spChg>
        <pc:spChg chg="mod">
          <ac:chgData name="sharleen guerrero" userId="3aa031e9-e6a7-468f-bc3b-fce99a2b0b37" providerId="ADAL" clId="{A08EFAD0-E507-44ED-BFB5-F5D566E874EF}" dt="2026-05-29T00:14:44.574" v="173" actId="20577"/>
          <ac:spMkLst>
            <pc:docMk/>
            <pc:sldMk cId="3909628823" sldId="289"/>
            <ac:spMk id="3" creationId="{1EFFE4B3-8B0D-AD20-8633-C732BCBEEEFB}"/>
          </ac:spMkLst>
        </pc:spChg>
        <pc:spChg chg="del">
          <ac:chgData name="sharleen guerrero" userId="3aa031e9-e6a7-468f-bc3b-fce99a2b0b37" providerId="ADAL" clId="{A08EFAD0-E507-44ED-BFB5-F5D566E874EF}" dt="2026-05-29T00:07:19.548" v="17" actId="931"/>
          <ac:spMkLst>
            <pc:docMk/>
            <pc:sldMk cId="3909628823" sldId="289"/>
            <ac:spMk id="4" creationId="{4C11C33C-FC91-9FDB-EABD-E92058C3C2B1}"/>
          </ac:spMkLst>
        </pc:spChg>
        <pc:spChg chg="mod">
          <ac:chgData name="sharleen guerrero" userId="3aa031e9-e6a7-468f-bc3b-fce99a2b0b37" providerId="ADAL" clId="{A08EFAD0-E507-44ED-BFB5-F5D566E874EF}" dt="2026-05-29T00:07:44.816" v="27" actId="20577"/>
          <ac:spMkLst>
            <pc:docMk/>
            <pc:sldMk cId="3909628823" sldId="289"/>
            <ac:spMk id="5" creationId="{E1477990-D111-82E2-F6A7-9166130E9FAD}"/>
          </ac:spMkLst>
        </pc:spChg>
        <pc:spChg chg="mod">
          <ac:chgData name="sharleen guerrero" userId="3aa031e9-e6a7-468f-bc3b-fce99a2b0b37" providerId="ADAL" clId="{A08EFAD0-E507-44ED-BFB5-F5D566E874EF}" dt="2026-05-29T00:31:22.649" v="680" actId="255"/>
          <ac:spMkLst>
            <pc:docMk/>
            <pc:sldMk cId="3909628823" sldId="289"/>
            <ac:spMk id="6" creationId="{F20ABEC6-3BC5-0340-09AF-E9596906081B}"/>
          </ac:spMkLst>
        </pc:spChg>
        <pc:spChg chg="mod">
          <ac:chgData name="sharleen guerrero" userId="3aa031e9-e6a7-468f-bc3b-fce99a2b0b37" providerId="ADAL" clId="{A08EFAD0-E507-44ED-BFB5-F5D566E874EF}" dt="2026-05-29T00:15:25.289" v="179" actId="20577"/>
          <ac:spMkLst>
            <pc:docMk/>
            <pc:sldMk cId="3909628823" sldId="289"/>
            <ac:spMk id="7" creationId="{7F9F1862-8B01-32C6-96BF-DC66A8C883C5}"/>
          </ac:spMkLst>
        </pc:spChg>
        <pc:spChg chg="del">
          <ac:chgData name="sharleen guerrero" userId="3aa031e9-e6a7-468f-bc3b-fce99a2b0b37" providerId="ADAL" clId="{A08EFAD0-E507-44ED-BFB5-F5D566E874EF}" dt="2026-05-29T00:18:32.981" v="294" actId="931"/>
          <ac:spMkLst>
            <pc:docMk/>
            <pc:sldMk cId="3909628823" sldId="289"/>
            <ac:spMk id="8" creationId="{4766568E-93E8-56AC-9F2C-8C0BF4F48DFD}"/>
          </ac:spMkLst>
        </pc:spChg>
        <pc:spChg chg="mod">
          <ac:chgData name="sharleen guerrero" userId="3aa031e9-e6a7-468f-bc3b-fce99a2b0b37" providerId="ADAL" clId="{A08EFAD0-E507-44ED-BFB5-F5D566E874EF}" dt="2026-05-29T00:25:26.655" v="463" actId="14100"/>
          <ac:spMkLst>
            <pc:docMk/>
            <pc:sldMk cId="3909628823" sldId="289"/>
            <ac:spMk id="9" creationId="{1B8B9E69-FE7C-4117-C050-800974235322}"/>
          </ac:spMkLst>
        </pc:spChg>
        <pc:spChg chg="mod">
          <ac:chgData name="sharleen guerrero" userId="3aa031e9-e6a7-468f-bc3b-fce99a2b0b37" providerId="ADAL" clId="{A08EFAD0-E507-44ED-BFB5-F5D566E874EF}" dt="2026-05-29T00:40:07.007" v="811" actId="20577"/>
          <ac:spMkLst>
            <pc:docMk/>
            <pc:sldMk cId="3909628823" sldId="289"/>
            <ac:spMk id="10" creationId="{1F54D649-F6AF-F5B7-08F6-728B9B1E06AE}"/>
          </ac:spMkLst>
        </pc:spChg>
        <pc:spChg chg="mod">
          <ac:chgData name="sharleen guerrero" userId="3aa031e9-e6a7-468f-bc3b-fce99a2b0b37" providerId="ADAL" clId="{A08EFAD0-E507-44ED-BFB5-F5D566E874EF}" dt="2026-05-29T01:17:53.617" v="1007" actId="207"/>
          <ac:spMkLst>
            <pc:docMk/>
            <pc:sldMk cId="3909628823" sldId="289"/>
            <ac:spMk id="11" creationId="{DD799D63-E225-6C02-82AB-4F5947D272F7}"/>
          </ac:spMkLst>
        </pc:spChg>
        <pc:spChg chg="mod">
          <ac:chgData name="sharleen guerrero" userId="3aa031e9-e6a7-468f-bc3b-fce99a2b0b37" providerId="ADAL" clId="{A08EFAD0-E507-44ED-BFB5-F5D566E874EF}" dt="2026-05-29T00:15:33.596" v="185" actId="20577"/>
          <ac:spMkLst>
            <pc:docMk/>
            <pc:sldMk cId="3909628823" sldId="289"/>
            <ac:spMk id="12" creationId="{710241DB-E0DB-4CA6-F4A2-242C63EFC084}"/>
          </ac:spMkLst>
        </pc:spChg>
        <pc:spChg chg="del">
          <ac:chgData name="sharleen guerrero" userId="3aa031e9-e6a7-468f-bc3b-fce99a2b0b37" providerId="ADAL" clId="{A08EFAD0-E507-44ED-BFB5-F5D566E874EF}" dt="2026-05-29T00:19:09.534" v="296" actId="931"/>
          <ac:spMkLst>
            <pc:docMk/>
            <pc:sldMk cId="3909628823" sldId="289"/>
            <ac:spMk id="13" creationId="{160A4883-2295-47DD-31BB-BB4C85986B63}"/>
          </ac:spMkLst>
        </pc:spChg>
        <pc:spChg chg="mod">
          <ac:chgData name="sharleen guerrero" userId="3aa031e9-e6a7-468f-bc3b-fce99a2b0b37" providerId="ADAL" clId="{A08EFAD0-E507-44ED-BFB5-F5D566E874EF}" dt="2026-05-29T00:15:37.188" v="193" actId="20577"/>
          <ac:spMkLst>
            <pc:docMk/>
            <pc:sldMk cId="3909628823" sldId="289"/>
            <ac:spMk id="14" creationId="{B1595147-9F75-EE4A-CED7-5B1FA0B5B150}"/>
          </ac:spMkLst>
        </pc:spChg>
        <pc:spChg chg="mod">
          <ac:chgData name="sharleen guerrero" userId="3aa031e9-e6a7-468f-bc3b-fce99a2b0b37" providerId="ADAL" clId="{A08EFAD0-E507-44ED-BFB5-F5D566E874EF}" dt="2026-05-29T00:07:51.849" v="39" actId="20577"/>
          <ac:spMkLst>
            <pc:docMk/>
            <pc:sldMk cId="3909628823" sldId="289"/>
            <ac:spMk id="15" creationId="{DF951656-FF0B-394C-ABB2-9D15706CCB00}"/>
          </ac:spMkLst>
        </pc:spChg>
        <pc:spChg chg="mod">
          <ac:chgData name="sharleen guerrero" userId="3aa031e9-e6a7-468f-bc3b-fce99a2b0b37" providerId="ADAL" clId="{A08EFAD0-E507-44ED-BFB5-F5D566E874EF}" dt="2026-05-29T00:33:28.671" v="791" actId="20577"/>
          <ac:spMkLst>
            <pc:docMk/>
            <pc:sldMk cId="3909628823" sldId="289"/>
            <ac:spMk id="16" creationId="{8926DE06-DDFC-DDB4-B05F-4BCB9CC8E442}"/>
          </ac:spMkLst>
        </pc:spChg>
        <pc:spChg chg="mod">
          <ac:chgData name="sharleen guerrero" userId="3aa031e9-e6a7-468f-bc3b-fce99a2b0b37" providerId="ADAL" clId="{A08EFAD0-E507-44ED-BFB5-F5D566E874EF}" dt="2026-05-29T00:18:12.315" v="293" actId="1076"/>
          <ac:spMkLst>
            <pc:docMk/>
            <pc:sldMk cId="3909628823" sldId="289"/>
            <ac:spMk id="17" creationId="{917B636D-4A84-527E-BBC2-0A72286791A7}"/>
          </ac:spMkLst>
        </pc:spChg>
        <pc:spChg chg="del">
          <ac:chgData name="sharleen guerrero" userId="3aa031e9-e6a7-468f-bc3b-fce99a2b0b37" providerId="ADAL" clId="{A08EFAD0-E507-44ED-BFB5-F5D566E874EF}" dt="2026-05-29T00:20:27.424" v="298" actId="931"/>
          <ac:spMkLst>
            <pc:docMk/>
            <pc:sldMk cId="3909628823" sldId="289"/>
            <ac:spMk id="18" creationId="{D865F0CA-05B0-B4A4-61AB-3B82751AA529}"/>
          </ac:spMkLst>
        </pc:spChg>
        <pc:spChg chg="del">
          <ac:chgData name="sharleen guerrero" userId="3aa031e9-e6a7-468f-bc3b-fce99a2b0b37" providerId="ADAL" clId="{A08EFAD0-E507-44ED-BFB5-F5D566E874EF}" dt="2026-05-29T00:15:55.006" v="200" actId="478"/>
          <ac:spMkLst>
            <pc:docMk/>
            <pc:sldMk cId="3909628823" sldId="289"/>
            <ac:spMk id="19" creationId="{8222DA47-31C7-C599-118C-AFA599EE6F06}"/>
          </ac:spMkLst>
        </pc:spChg>
        <pc:spChg chg="mod">
          <ac:chgData name="sharleen guerrero" userId="3aa031e9-e6a7-468f-bc3b-fce99a2b0b37" providerId="ADAL" clId="{A08EFAD0-E507-44ED-BFB5-F5D566E874EF}" dt="2026-05-29T00:07:54.460" v="48" actId="20577"/>
          <ac:spMkLst>
            <pc:docMk/>
            <pc:sldMk cId="3909628823" sldId="289"/>
            <ac:spMk id="20" creationId="{C964DF23-B622-0C9A-8993-B731BCB1966F}"/>
          </ac:spMkLst>
        </pc:spChg>
        <pc:spChg chg="mod">
          <ac:chgData name="sharleen guerrero" userId="3aa031e9-e6a7-468f-bc3b-fce99a2b0b37" providerId="ADAL" clId="{A08EFAD0-E507-44ED-BFB5-F5D566E874EF}" dt="2026-05-29T00:31:44.065" v="682" actId="1076"/>
          <ac:spMkLst>
            <pc:docMk/>
            <pc:sldMk cId="3909628823" sldId="289"/>
            <ac:spMk id="21" creationId="{90D97E63-3F48-71B9-F419-BDD1837406C6}"/>
          </ac:spMkLst>
        </pc:spChg>
        <pc:spChg chg="mod">
          <ac:chgData name="sharleen guerrero" userId="3aa031e9-e6a7-468f-bc3b-fce99a2b0b37" providerId="ADAL" clId="{A08EFAD0-E507-44ED-BFB5-F5D566E874EF}" dt="2026-05-29T00:16:05.136" v="202" actId="20577"/>
          <ac:spMkLst>
            <pc:docMk/>
            <pc:sldMk cId="3909628823" sldId="289"/>
            <ac:spMk id="22" creationId="{9DE14634-9FF6-31FC-C885-CB57DE210249}"/>
          </ac:spMkLst>
        </pc:spChg>
        <pc:spChg chg="del">
          <ac:chgData name="sharleen guerrero" userId="3aa031e9-e6a7-468f-bc3b-fce99a2b0b37" providerId="ADAL" clId="{A08EFAD0-E507-44ED-BFB5-F5D566E874EF}" dt="2026-05-29T00:20:56.066" v="300" actId="931"/>
          <ac:spMkLst>
            <pc:docMk/>
            <pc:sldMk cId="3909628823" sldId="289"/>
            <ac:spMk id="23" creationId="{39E9C3EF-7E61-6F48-904D-3C6F24AE4917}"/>
          </ac:spMkLst>
        </pc:spChg>
        <pc:spChg chg="mod">
          <ac:chgData name="sharleen guerrero" userId="3aa031e9-e6a7-468f-bc3b-fce99a2b0b37" providerId="ADAL" clId="{A08EFAD0-E507-44ED-BFB5-F5D566E874EF}" dt="2026-05-29T00:16:21.388" v="227" actId="20577"/>
          <ac:spMkLst>
            <pc:docMk/>
            <pc:sldMk cId="3909628823" sldId="289"/>
            <ac:spMk id="24" creationId="{B9136DF5-F235-12A7-B3CE-68E5DE9C9648}"/>
          </ac:spMkLst>
        </pc:spChg>
        <pc:spChg chg="mod">
          <ac:chgData name="sharleen guerrero" userId="3aa031e9-e6a7-468f-bc3b-fce99a2b0b37" providerId="ADAL" clId="{A08EFAD0-E507-44ED-BFB5-F5D566E874EF}" dt="2026-05-29T03:59:15.454" v="3388" actId="20577"/>
          <ac:spMkLst>
            <pc:docMk/>
            <pc:sldMk cId="3909628823" sldId="289"/>
            <ac:spMk id="25" creationId="{F65779F7-28B1-998A-81DA-65486D460699}"/>
          </ac:spMkLst>
        </pc:spChg>
        <pc:spChg chg="mod">
          <ac:chgData name="sharleen guerrero" userId="3aa031e9-e6a7-468f-bc3b-fce99a2b0b37" providerId="ADAL" clId="{A08EFAD0-E507-44ED-BFB5-F5D566E874EF}" dt="2026-05-29T00:32:58.020" v="754" actId="255"/>
          <ac:spMkLst>
            <pc:docMk/>
            <pc:sldMk cId="3909628823" sldId="289"/>
            <ac:spMk id="26" creationId="{7AD23EDF-26BB-D422-D3B7-7359B62131F0}"/>
          </ac:spMkLst>
        </pc:spChg>
        <pc:spChg chg="mod">
          <ac:chgData name="sharleen guerrero" userId="3aa031e9-e6a7-468f-bc3b-fce99a2b0b37" providerId="ADAL" clId="{A08EFAD0-E507-44ED-BFB5-F5D566E874EF}" dt="2026-05-29T00:49:32.921" v="822" actId="20577"/>
          <ac:spMkLst>
            <pc:docMk/>
            <pc:sldMk cId="3909628823" sldId="289"/>
            <ac:spMk id="27" creationId="{6C5AEE7D-8DA1-5EF1-26CD-9739C610CEB9}"/>
          </ac:spMkLst>
        </pc:spChg>
        <pc:spChg chg="del mod">
          <ac:chgData name="sharleen guerrero" userId="3aa031e9-e6a7-468f-bc3b-fce99a2b0b37" providerId="ADAL" clId="{A08EFAD0-E507-44ED-BFB5-F5D566E874EF}" dt="2026-05-29T00:22:10.356" v="304" actId="931"/>
          <ac:spMkLst>
            <pc:docMk/>
            <pc:sldMk cId="3909628823" sldId="289"/>
            <ac:spMk id="28" creationId="{CC7EFC49-72CD-4349-B20F-6937C48301C6}"/>
          </ac:spMkLst>
        </pc:spChg>
        <pc:spChg chg="mod">
          <ac:chgData name="sharleen guerrero" userId="3aa031e9-e6a7-468f-bc3b-fce99a2b0b37" providerId="ADAL" clId="{A08EFAD0-E507-44ED-BFB5-F5D566E874EF}" dt="2026-05-29T00:50:30.718" v="829" actId="20577"/>
          <ac:spMkLst>
            <pc:docMk/>
            <pc:sldMk cId="3909628823" sldId="289"/>
            <ac:spMk id="29" creationId="{A395A8D7-26D4-E231-2FDB-FD1A54E7FB15}"/>
          </ac:spMkLst>
        </pc:spChg>
        <pc:spChg chg="add del mod">
          <ac:chgData name="sharleen guerrero" userId="3aa031e9-e6a7-468f-bc3b-fce99a2b0b37" providerId="ADAL" clId="{A08EFAD0-E507-44ED-BFB5-F5D566E874EF}" dt="2026-05-29T00:15:07.797" v="174" actId="931"/>
          <ac:spMkLst>
            <pc:docMk/>
            <pc:sldMk cId="3909628823" sldId="289"/>
            <ac:spMk id="34" creationId="{727505E1-344C-E193-5633-58F0CF4DA90A}"/>
          </ac:spMkLst>
        </pc:spChg>
        <pc:spChg chg="add mod">
          <ac:chgData name="sharleen guerrero" userId="3aa031e9-e6a7-468f-bc3b-fce99a2b0b37" providerId="ADAL" clId="{A08EFAD0-E507-44ED-BFB5-F5D566E874EF}" dt="2026-05-29T00:18:01.341" v="292" actId="1076"/>
          <ac:spMkLst>
            <pc:docMk/>
            <pc:sldMk cId="3909628823" sldId="289"/>
            <ac:spMk id="38" creationId="{CB7AE664-C019-7B64-E734-E24B0AF2F93F}"/>
          </ac:spMkLst>
        </pc:spChg>
        <pc:picChg chg="add del mod">
          <ac:chgData name="sharleen guerrero" userId="3aa031e9-e6a7-468f-bc3b-fce99a2b0b37" providerId="ADAL" clId="{A08EFAD0-E507-44ED-BFB5-F5D566E874EF}" dt="2026-05-29T00:14:28.337" v="164" actId="478"/>
          <ac:picMkLst>
            <pc:docMk/>
            <pc:sldMk cId="3909628823" sldId="289"/>
            <ac:picMk id="31" creationId="{1D5D1117-B804-6DC8-EC12-0AEC0FE71C47}"/>
          </ac:picMkLst>
        </pc:picChg>
        <pc:picChg chg="add del mod">
          <ac:chgData name="sharleen guerrero" userId="3aa031e9-e6a7-468f-bc3b-fce99a2b0b37" providerId="ADAL" clId="{A08EFAD0-E507-44ED-BFB5-F5D566E874EF}" dt="2026-05-29T00:14:29.725" v="165" actId="478"/>
          <ac:picMkLst>
            <pc:docMk/>
            <pc:sldMk cId="3909628823" sldId="289"/>
            <ac:picMk id="32" creationId="{FB4239FC-5141-68F9-AAE0-F2CD1A7F199C}"/>
          </ac:picMkLst>
        </pc:picChg>
        <pc:picChg chg="add mod">
          <ac:chgData name="sharleen guerrero" userId="3aa031e9-e6a7-468f-bc3b-fce99a2b0b37" providerId="ADAL" clId="{A08EFAD0-E507-44ED-BFB5-F5D566E874EF}" dt="2026-05-29T00:15:11.173" v="175" actId="207"/>
          <ac:picMkLst>
            <pc:docMk/>
            <pc:sldMk cId="3909628823" sldId="289"/>
            <ac:picMk id="37" creationId="{997809D3-44E7-4BD0-0EAA-71A64022C315}"/>
          </ac:picMkLst>
        </pc:picChg>
        <pc:picChg chg="add mod">
          <ac:chgData name="sharleen guerrero" userId="3aa031e9-e6a7-468f-bc3b-fce99a2b0b37" providerId="ADAL" clId="{A08EFAD0-E507-44ED-BFB5-F5D566E874EF}" dt="2026-05-29T01:15:38.944" v="1002" actId="207"/>
          <ac:picMkLst>
            <pc:docMk/>
            <pc:sldMk cId="3909628823" sldId="289"/>
            <ac:picMk id="40" creationId="{4545439A-7899-4351-25AF-6DA0083F4F0D}"/>
          </ac:picMkLst>
        </pc:picChg>
        <pc:picChg chg="add mod">
          <ac:chgData name="sharleen guerrero" userId="3aa031e9-e6a7-468f-bc3b-fce99a2b0b37" providerId="ADAL" clId="{A08EFAD0-E507-44ED-BFB5-F5D566E874EF}" dt="2026-05-29T00:21:35.526" v="302" actId="14826"/>
          <ac:picMkLst>
            <pc:docMk/>
            <pc:sldMk cId="3909628823" sldId="289"/>
            <ac:picMk id="42" creationId="{3BAB4CDD-03AF-3926-8111-9371F8D40BA3}"/>
          </ac:picMkLst>
        </pc:picChg>
        <pc:picChg chg="add mod">
          <ac:chgData name="sharleen guerrero" userId="3aa031e9-e6a7-468f-bc3b-fce99a2b0b37" providerId="ADAL" clId="{A08EFAD0-E507-44ED-BFB5-F5D566E874EF}" dt="2026-05-29T01:18:34.448" v="1011" actId="207"/>
          <ac:picMkLst>
            <pc:docMk/>
            <pc:sldMk cId="3909628823" sldId="289"/>
            <ac:picMk id="44" creationId="{EAB43372-07D0-D67B-2945-F6C5C2B67C72}"/>
          </ac:picMkLst>
        </pc:picChg>
        <pc:picChg chg="add mod">
          <ac:chgData name="sharleen guerrero" userId="3aa031e9-e6a7-468f-bc3b-fce99a2b0b37" providerId="ADAL" clId="{A08EFAD0-E507-44ED-BFB5-F5D566E874EF}" dt="2026-05-29T00:21:10.238" v="301" actId="207"/>
          <ac:picMkLst>
            <pc:docMk/>
            <pc:sldMk cId="3909628823" sldId="289"/>
            <ac:picMk id="46" creationId="{910406EB-9064-981B-8526-2DE7A4FF8447}"/>
          </ac:picMkLst>
        </pc:picChg>
        <pc:picChg chg="add mod">
          <ac:chgData name="sharleen guerrero" userId="3aa031e9-e6a7-468f-bc3b-fce99a2b0b37" providerId="ADAL" clId="{A08EFAD0-E507-44ED-BFB5-F5D566E874EF}" dt="2026-05-29T01:19:49.101" v="1017" actId="207"/>
          <ac:picMkLst>
            <pc:docMk/>
            <pc:sldMk cId="3909628823" sldId="289"/>
            <ac:picMk id="48" creationId="{712FE3A6-925D-8CDE-67ED-77C939DF2DF4}"/>
          </ac:picMkLst>
        </pc:picChg>
        <pc:cxnChg chg="add mod">
          <ac:chgData name="sharleen guerrero" userId="3aa031e9-e6a7-468f-bc3b-fce99a2b0b37" providerId="ADAL" clId="{A08EFAD0-E507-44ED-BFB5-F5D566E874EF}" dt="2026-05-29T01:20:08.073" v="1019"/>
          <ac:cxnSpMkLst>
            <pc:docMk/>
            <pc:sldMk cId="3909628823" sldId="289"/>
            <ac:cxnSpMk id="4" creationId="{63617152-38F8-9DE5-D078-BEB9799C4A14}"/>
          </ac:cxnSpMkLst>
        </pc:cxnChg>
        <pc:cxnChg chg="add mod">
          <ac:chgData name="sharleen guerrero" userId="3aa031e9-e6a7-468f-bc3b-fce99a2b0b37" providerId="ADAL" clId="{A08EFAD0-E507-44ED-BFB5-F5D566E874EF}" dt="2026-05-29T00:14:41.250" v="166"/>
          <ac:cxnSpMkLst>
            <pc:docMk/>
            <pc:sldMk cId="3909628823" sldId="289"/>
            <ac:cxnSpMk id="35" creationId="{2CDA1692-F6A6-5B80-8860-7D45CDDE6425}"/>
          </ac:cxnSpMkLst>
        </pc:cxnChg>
      </pc:sldChg>
      <pc:sldChg chg="new add del">
        <pc:chgData name="sharleen guerrero" userId="3aa031e9-e6a7-468f-bc3b-fce99a2b0b37" providerId="ADAL" clId="{A08EFAD0-E507-44ED-BFB5-F5D566E874EF}" dt="2026-05-29T00:40:10.180" v="812" actId="47"/>
        <pc:sldMkLst>
          <pc:docMk/>
          <pc:sldMk cId="634424590" sldId="290"/>
        </pc:sldMkLst>
      </pc:sldChg>
      <pc:sldChg chg="new del">
        <pc:chgData name="sharleen guerrero" userId="3aa031e9-e6a7-468f-bc3b-fce99a2b0b37" providerId="ADAL" clId="{A08EFAD0-E507-44ED-BFB5-F5D566E874EF}" dt="2026-05-29T01:42:38.553" v="1417" actId="47"/>
        <pc:sldMkLst>
          <pc:docMk/>
          <pc:sldMk cId="1953567601" sldId="290"/>
        </pc:sldMkLst>
      </pc:sldChg>
      <pc:sldChg chg="delSp new del mod">
        <pc:chgData name="sharleen guerrero" userId="3aa031e9-e6a7-468f-bc3b-fce99a2b0b37" providerId="ADAL" clId="{A08EFAD0-E507-44ED-BFB5-F5D566E874EF}" dt="2026-05-29T01:42:37.417" v="1416" actId="47"/>
        <pc:sldMkLst>
          <pc:docMk/>
          <pc:sldMk cId="3709102036" sldId="291"/>
        </pc:sldMkLst>
        <pc:spChg chg="del">
          <ac:chgData name="sharleen guerrero" userId="3aa031e9-e6a7-468f-bc3b-fce99a2b0b37" providerId="ADAL" clId="{A08EFAD0-E507-44ED-BFB5-F5D566E874EF}" dt="2026-05-29T00:41:03.953" v="818" actId="478"/>
          <ac:spMkLst>
            <pc:docMk/>
            <pc:sldMk cId="3709102036" sldId="291"/>
            <ac:spMk id="2" creationId="{A8BC1424-E2EA-E1A7-87D7-6153CBBED5EA}"/>
          </ac:spMkLst>
        </pc:spChg>
      </pc:sldChg>
      <pc:sldChg chg="modSp add del">
        <pc:chgData name="sharleen guerrero" userId="3aa031e9-e6a7-468f-bc3b-fce99a2b0b37" providerId="ADAL" clId="{A08EFAD0-E507-44ED-BFB5-F5D566E874EF}" dt="2026-05-29T01:42:34.593" v="1414" actId="47"/>
        <pc:sldMkLst>
          <pc:docMk/>
          <pc:sldMk cId="2802382290" sldId="292"/>
        </pc:sldMkLst>
        <pc:spChg chg="mod">
          <ac:chgData name="sharleen guerrero" userId="3aa031e9-e6a7-468f-bc3b-fce99a2b0b37" providerId="ADAL" clId="{A08EFAD0-E507-44ED-BFB5-F5D566E874EF}" dt="2026-05-29T01:28:32.269" v="1079"/>
          <ac:spMkLst>
            <pc:docMk/>
            <pc:sldMk cId="2802382290" sldId="292"/>
            <ac:spMk id="13" creationId="{24EDBE5C-FD9D-1933-702C-1F2E9F34A2D3}"/>
          </ac:spMkLst>
        </pc:spChg>
      </pc:sldChg>
      <pc:sldChg chg="add del setBg">
        <pc:chgData name="sharleen guerrero" userId="3aa031e9-e6a7-468f-bc3b-fce99a2b0b37" providerId="ADAL" clId="{A08EFAD0-E507-44ED-BFB5-F5D566E874EF}" dt="2026-05-29T01:20:16.583" v="1021"/>
        <pc:sldMkLst>
          <pc:docMk/>
          <pc:sldMk cId="3523607668" sldId="292"/>
        </pc:sldMkLst>
      </pc:sldChg>
      <pc:sldChg chg="addSp delSp modSp add mod setBg">
        <pc:chgData name="sharleen guerrero" userId="3aa031e9-e6a7-468f-bc3b-fce99a2b0b37" providerId="ADAL" clId="{A08EFAD0-E507-44ED-BFB5-F5D566E874EF}" dt="2026-05-29T02:17:42.277" v="2130" actId="20577"/>
        <pc:sldMkLst>
          <pc:docMk/>
          <pc:sldMk cId="4200903726" sldId="292"/>
        </pc:sldMkLst>
        <pc:spChg chg="add mod">
          <ac:chgData name="sharleen guerrero" userId="3aa031e9-e6a7-468f-bc3b-fce99a2b0b37" providerId="ADAL" clId="{A08EFAD0-E507-44ED-BFB5-F5D566E874EF}" dt="2026-05-29T01:51:02.449" v="1507" actId="255"/>
          <ac:spMkLst>
            <pc:docMk/>
            <pc:sldMk cId="4200903726" sldId="292"/>
            <ac:spMk id="3" creationId="{40832792-1B7F-C52B-809B-3122E130EE01}"/>
          </ac:spMkLst>
        </pc:spChg>
        <pc:spChg chg="mod">
          <ac:chgData name="sharleen guerrero" userId="3aa031e9-e6a7-468f-bc3b-fce99a2b0b37" providerId="ADAL" clId="{A08EFAD0-E507-44ED-BFB5-F5D566E874EF}" dt="2026-05-29T01:46:32.952" v="1491" actId="20577"/>
          <ac:spMkLst>
            <pc:docMk/>
            <pc:sldMk cId="4200903726" sldId="292"/>
            <ac:spMk id="4" creationId="{A057308E-E784-9FFA-3A13-E391C97810E2}"/>
          </ac:spMkLst>
        </pc:spChg>
        <pc:spChg chg="add mod">
          <ac:chgData name="sharleen guerrero" userId="3aa031e9-e6a7-468f-bc3b-fce99a2b0b37" providerId="ADAL" clId="{A08EFAD0-E507-44ED-BFB5-F5D566E874EF}" dt="2026-05-29T01:50:56.386" v="1506" actId="255"/>
          <ac:spMkLst>
            <pc:docMk/>
            <pc:sldMk cId="4200903726" sldId="292"/>
            <ac:spMk id="8" creationId="{AD4FDD56-910E-3E46-C481-860A12066FC3}"/>
          </ac:spMkLst>
        </pc:spChg>
        <pc:spChg chg="add mod">
          <ac:chgData name="sharleen guerrero" userId="3aa031e9-e6a7-468f-bc3b-fce99a2b0b37" providerId="ADAL" clId="{A08EFAD0-E507-44ED-BFB5-F5D566E874EF}" dt="2026-05-29T01:49:28.791" v="1505" actId="207"/>
          <ac:spMkLst>
            <pc:docMk/>
            <pc:sldMk cId="4200903726" sldId="292"/>
            <ac:spMk id="9" creationId="{ECBA58C9-EB30-8F24-C48E-44FCFAD0EB77}"/>
          </ac:spMkLst>
        </pc:spChg>
        <pc:spChg chg="add del mod">
          <ac:chgData name="sharleen guerrero" userId="3aa031e9-e6a7-468f-bc3b-fce99a2b0b37" providerId="ADAL" clId="{A08EFAD0-E507-44ED-BFB5-F5D566E874EF}" dt="2026-05-29T01:46:10.973" v="1443" actId="14100"/>
          <ac:spMkLst>
            <pc:docMk/>
            <pc:sldMk cId="4200903726" sldId="292"/>
            <ac:spMk id="10" creationId="{5489C4EC-FBAD-443F-A182-7D7DE8DD9DA8}"/>
          </ac:spMkLst>
        </pc:spChg>
        <pc:spChg chg="del">
          <ac:chgData name="sharleen guerrero" userId="3aa031e9-e6a7-468f-bc3b-fce99a2b0b37" providerId="ADAL" clId="{A08EFAD0-E507-44ED-BFB5-F5D566E874EF}" dt="2026-05-29T01:43:19.133" v="1422" actId="478"/>
          <ac:spMkLst>
            <pc:docMk/>
            <pc:sldMk cId="4200903726" sldId="292"/>
            <ac:spMk id="11" creationId="{B6493CA3-8591-F832-9AD5-FD7967FE3923}"/>
          </ac:spMkLst>
        </pc:spChg>
        <pc:spChg chg="del">
          <ac:chgData name="sharleen guerrero" userId="3aa031e9-e6a7-468f-bc3b-fce99a2b0b37" providerId="ADAL" clId="{A08EFAD0-E507-44ED-BFB5-F5D566E874EF}" dt="2026-05-29T01:43:24.772" v="1425" actId="478"/>
          <ac:spMkLst>
            <pc:docMk/>
            <pc:sldMk cId="4200903726" sldId="292"/>
            <ac:spMk id="12" creationId="{0616B06D-55DC-5899-AD33-8297E1ADF900}"/>
          </ac:spMkLst>
        </pc:spChg>
        <pc:spChg chg="del">
          <ac:chgData name="sharleen guerrero" userId="3aa031e9-e6a7-468f-bc3b-fce99a2b0b37" providerId="ADAL" clId="{A08EFAD0-E507-44ED-BFB5-F5D566E874EF}" dt="2026-05-29T01:43:28.325" v="1426" actId="478"/>
          <ac:spMkLst>
            <pc:docMk/>
            <pc:sldMk cId="4200903726" sldId="292"/>
            <ac:spMk id="13" creationId="{B2249428-A33A-E164-DE10-8459242C640D}"/>
          </ac:spMkLst>
        </pc:spChg>
        <pc:spChg chg="mod">
          <ac:chgData name="sharleen guerrero" userId="3aa031e9-e6a7-468f-bc3b-fce99a2b0b37" providerId="ADAL" clId="{A08EFAD0-E507-44ED-BFB5-F5D566E874EF}" dt="2026-05-29T01:46:16.064" v="1444" actId="14100"/>
          <ac:spMkLst>
            <pc:docMk/>
            <pc:sldMk cId="4200903726" sldId="292"/>
            <ac:spMk id="14" creationId="{E5518FAE-B6F6-9515-AD81-4CC77936F1DE}"/>
          </ac:spMkLst>
        </pc:spChg>
        <pc:spChg chg="del">
          <ac:chgData name="sharleen guerrero" userId="3aa031e9-e6a7-468f-bc3b-fce99a2b0b37" providerId="ADAL" clId="{A08EFAD0-E507-44ED-BFB5-F5D566E874EF}" dt="2026-05-29T01:43:16.427" v="1421" actId="478"/>
          <ac:spMkLst>
            <pc:docMk/>
            <pc:sldMk cId="4200903726" sldId="292"/>
            <ac:spMk id="15" creationId="{A88C22D6-F4EF-AE2D-23B1-188FC240494C}"/>
          </ac:spMkLst>
        </pc:spChg>
        <pc:spChg chg="del">
          <ac:chgData name="sharleen guerrero" userId="3aa031e9-e6a7-468f-bc3b-fce99a2b0b37" providerId="ADAL" clId="{A08EFAD0-E507-44ED-BFB5-F5D566E874EF}" dt="2026-05-29T01:43:35.135" v="1428" actId="478"/>
          <ac:spMkLst>
            <pc:docMk/>
            <pc:sldMk cId="4200903726" sldId="292"/>
            <ac:spMk id="16" creationId="{B79D7EAB-B4D0-B092-5682-6EF777B53D12}"/>
          </ac:spMkLst>
        </pc:spChg>
        <pc:spChg chg="add mod">
          <ac:chgData name="sharleen guerrero" userId="3aa031e9-e6a7-468f-bc3b-fce99a2b0b37" providerId="ADAL" clId="{A08EFAD0-E507-44ED-BFB5-F5D566E874EF}" dt="2026-05-29T02:09:35.056" v="2034" actId="20577"/>
          <ac:spMkLst>
            <pc:docMk/>
            <pc:sldMk cId="4200903726" sldId="292"/>
            <ac:spMk id="17" creationId="{7F05D7AC-EBC8-6A0A-8306-DD0BBBD8417D}"/>
          </ac:spMkLst>
        </pc:spChg>
        <pc:spChg chg="add mod">
          <ac:chgData name="sharleen guerrero" userId="3aa031e9-e6a7-468f-bc3b-fce99a2b0b37" providerId="ADAL" clId="{A08EFAD0-E507-44ED-BFB5-F5D566E874EF}" dt="2026-05-29T01:59:42.498" v="1680" actId="5793"/>
          <ac:spMkLst>
            <pc:docMk/>
            <pc:sldMk cId="4200903726" sldId="292"/>
            <ac:spMk id="18" creationId="{D8A64438-E06F-AFBC-3A62-FC572BDB94F6}"/>
          </ac:spMkLst>
        </pc:spChg>
        <pc:spChg chg="add mod">
          <ac:chgData name="sharleen guerrero" userId="3aa031e9-e6a7-468f-bc3b-fce99a2b0b37" providerId="ADAL" clId="{A08EFAD0-E507-44ED-BFB5-F5D566E874EF}" dt="2026-05-29T02:17:42.277" v="2130" actId="20577"/>
          <ac:spMkLst>
            <pc:docMk/>
            <pc:sldMk cId="4200903726" sldId="292"/>
            <ac:spMk id="19" creationId="{908192EF-F5A2-4EED-0B2F-1DC4071642AA}"/>
          </ac:spMkLst>
        </pc:spChg>
        <pc:picChg chg="del">
          <ac:chgData name="sharleen guerrero" userId="3aa031e9-e6a7-468f-bc3b-fce99a2b0b37" providerId="ADAL" clId="{A08EFAD0-E507-44ED-BFB5-F5D566E874EF}" dt="2026-05-29T01:43:37.883" v="1429" actId="478"/>
          <ac:picMkLst>
            <pc:docMk/>
            <pc:sldMk cId="4200903726" sldId="292"/>
            <ac:picMk id="2" creationId="{160DE893-CBA7-F0B2-A1FD-A513AEB48DFF}"/>
          </ac:picMkLst>
        </pc:picChg>
        <pc:cxnChg chg="add del mod">
          <ac:chgData name="sharleen guerrero" userId="3aa031e9-e6a7-468f-bc3b-fce99a2b0b37" providerId="ADAL" clId="{A08EFAD0-E507-44ED-BFB5-F5D566E874EF}" dt="2026-05-29T01:43:51.248" v="1435" actId="478"/>
          <ac:cxnSpMkLst>
            <pc:docMk/>
            <pc:sldMk cId="4200903726" sldId="292"/>
            <ac:cxnSpMk id="5" creationId="{60FBA858-E8D8-58FE-88D6-8373FC6FBB2F}"/>
          </ac:cxnSpMkLst>
        </pc:cxnChg>
      </pc:sldChg>
      <pc:sldChg chg="new del">
        <pc:chgData name="sharleen guerrero" userId="3aa031e9-e6a7-468f-bc3b-fce99a2b0b37" providerId="ADAL" clId="{A08EFAD0-E507-44ED-BFB5-F5D566E874EF}" dt="2026-05-29T01:28:23.037" v="1078" actId="47"/>
        <pc:sldMkLst>
          <pc:docMk/>
          <pc:sldMk cId="2760010290" sldId="293"/>
        </pc:sldMkLst>
      </pc:sldChg>
      <pc:sldChg chg="addSp delSp modSp add del mod">
        <pc:chgData name="sharleen guerrero" userId="3aa031e9-e6a7-468f-bc3b-fce99a2b0b37" providerId="ADAL" clId="{A08EFAD0-E507-44ED-BFB5-F5D566E874EF}" dt="2026-05-29T02:27:56.346" v="2242" actId="47"/>
        <pc:sldMkLst>
          <pc:docMk/>
          <pc:sldMk cId="3756965539" sldId="293"/>
        </pc:sldMkLst>
        <pc:spChg chg="add mod">
          <ac:chgData name="sharleen guerrero" userId="3aa031e9-e6a7-468f-bc3b-fce99a2b0b37" providerId="ADAL" clId="{A08EFAD0-E507-44ED-BFB5-F5D566E874EF}" dt="2026-05-29T02:20:05.844" v="2179" actId="1076"/>
          <ac:spMkLst>
            <pc:docMk/>
            <pc:sldMk cId="3756965539" sldId="293"/>
            <ac:spMk id="2" creationId="{B9226392-2515-0C4E-8E3F-6A57CC0B7811}"/>
          </ac:spMkLst>
        </pc:spChg>
        <pc:spChg chg="del">
          <ac:chgData name="sharleen guerrero" userId="3aa031e9-e6a7-468f-bc3b-fce99a2b0b37" providerId="ADAL" clId="{A08EFAD0-E507-44ED-BFB5-F5D566E874EF}" dt="2026-05-29T02:18:31.687" v="2162" actId="478"/>
          <ac:spMkLst>
            <pc:docMk/>
            <pc:sldMk cId="3756965539" sldId="293"/>
            <ac:spMk id="3" creationId="{2C89E426-D663-25E3-9C8B-69FEFCE21912}"/>
          </ac:spMkLst>
        </pc:spChg>
        <pc:spChg chg="mod">
          <ac:chgData name="sharleen guerrero" userId="3aa031e9-e6a7-468f-bc3b-fce99a2b0b37" providerId="ADAL" clId="{A08EFAD0-E507-44ED-BFB5-F5D566E874EF}" dt="2026-05-29T02:16:13.767" v="2117" actId="20577"/>
          <ac:spMkLst>
            <pc:docMk/>
            <pc:sldMk cId="3756965539" sldId="293"/>
            <ac:spMk id="4" creationId="{2AC6DEDC-DA29-6611-2953-42EAD535AEB0}"/>
          </ac:spMkLst>
        </pc:spChg>
        <pc:spChg chg="del">
          <ac:chgData name="sharleen guerrero" userId="3aa031e9-e6a7-468f-bc3b-fce99a2b0b37" providerId="ADAL" clId="{A08EFAD0-E507-44ED-BFB5-F5D566E874EF}" dt="2026-05-29T02:19:13.572" v="2170" actId="478"/>
          <ac:spMkLst>
            <pc:docMk/>
            <pc:sldMk cId="3756965539" sldId="293"/>
            <ac:spMk id="8" creationId="{A47751AE-537E-5B27-16D8-AB87A82FAF66}"/>
          </ac:spMkLst>
        </pc:spChg>
        <pc:spChg chg="mod">
          <ac:chgData name="sharleen guerrero" userId="3aa031e9-e6a7-468f-bc3b-fce99a2b0b37" providerId="ADAL" clId="{A08EFAD0-E507-44ED-BFB5-F5D566E874EF}" dt="2026-05-29T02:16:53.016" v="2119" actId="208"/>
          <ac:spMkLst>
            <pc:docMk/>
            <pc:sldMk cId="3756965539" sldId="293"/>
            <ac:spMk id="9" creationId="{BFAC591B-92CD-9176-CE32-9B72DDC50B2C}"/>
          </ac:spMkLst>
        </pc:spChg>
        <pc:spChg chg="add del">
          <ac:chgData name="sharleen guerrero" userId="3aa031e9-e6a7-468f-bc3b-fce99a2b0b37" providerId="ADAL" clId="{A08EFAD0-E507-44ED-BFB5-F5D566E874EF}" dt="2026-05-29T02:19:17.625" v="2172" actId="478"/>
          <ac:spMkLst>
            <pc:docMk/>
            <pc:sldMk cId="3756965539" sldId="293"/>
            <ac:spMk id="14" creationId="{834A7363-7EFB-AB11-5AB2-8C642C68082B}"/>
          </ac:spMkLst>
        </pc:spChg>
        <pc:spChg chg="del">
          <ac:chgData name="sharleen guerrero" userId="3aa031e9-e6a7-468f-bc3b-fce99a2b0b37" providerId="ADAL" clId="{A08EFAD0-E507-44ED-BFB5-F5D566E874EF}" dt="2026-05-29T02:19:36.092" v="2174" actId="478"/>
          <ac:spMkLst>
            <pc:docMk/>
            <pc:sldMk cId="3756965539" sldId="293"/>
            <ac:spMk id="17" creationId="{2DF4437D-8964-6F56-3E3A-F1F6D92C88D4}"/>
          </ac:spMkLst>
        </pc:spChg>
        <pc:spChg chg="del">
          <ac:chgData name="sharleen guerrero" userId="3aa031e9-e6a7-468f-bc3b-fce99a2b0b37" providerId="ADAL" clId="{A08EFAD0-E507-44ED-BFB5-F5D566E874EF}" dt="2026-05-29T02:19:19.680" v="2173" actId="478"/>
          <ac:spMkLst>
            <pc:docMk/>
            <pc:sldMk cId="3756965539" sldId="293"/>
            <ac:spMk id="18" creationId="{25E55442-FC62-3B69-4B72-E69D36FE54F7}"/>
          </ac:spMkLst>
        </pc:spChg>
        <pc:spChg chg="mod">
          <ac:chgData name="sharleen guerrero" userId="3aa031e9-e6a7-468f-bc3b-fce99a2b0b37" providerId="ADAL" clId="{A08EFAD0-E507-44ED-BFB5-F5D566E874EF}" dt="2026-05-29T02:17:58.320" v="2157" actId="20577"/>
          <ac:spMkLst>
            <pc:docMk/>
            <pc:sldMk cId="3756965539" sldId="293"/>
            <ac:spMk id="19" creationId="{8F0EBF63-EDD4-C560-1949-4E8282F8FAE8}"/>
          </ac:spMkLst>
        </pc:spChg>
      </pc:sldChg>
      <pc:sldChg chg="add del setBg">
        <pc:chgData name="sharleen guerrero" userId="3aa031e9-e6a7-468f-bc3b-fce99a2b0b37" providerId="ADAL" clId="{A08EFAD0-E507-44ED-BFB5-F5D566E874EF}" dt="2026-05-29T02:14:52.594" v="2036"/>
        <pc:sldMkLst>
          <pc:docMk/>
          <pc:sldMk cId="3802953580" sldId="293"/>
        </pc:sldMkLst>
      </pc:sldChg>
      <pc:sldChg chg="add del setBg">
        <pc:chgData name="sharleen guerrero" userId="3aa031e9-e6a7-468f-bc3b-fce99a2b0b37" providerId="ADAL" clId="{A08EFAD0-E507-44ED-BFB5-F5D566E874EF}" dt="2026-05-29T02:18:26.977" v="2161"/>
        <pc:sldMkLst>
          <pc:docMk/>
          <pc:sldMk cId="1886918142" sldId="294"/>
        </pc:sldMkLst>
      </pc:sldChg>
      <pc:sldChg chg="addSp delSp modSp add mod">
        <pc:chgData name="sharleen guerrero" userId="3aa031e9-e6a7-468f-bc3b-fce99a2b0b37" providerId="ADAL" clId="{A08EFAD0-E507-44ED-BFB5-F5D566E874EF}" dt="2026-05-29T03:48:47.697" v="3282" actId="26606"/>
        <pc:sldMkLst>
          <pc:docMk/>
          <pc:sldMk cId="4196441025" sldId="294"/>
        </pc:sldMkLst>
        <pc:spChg chg="del">
          <ac:chgData name="sharleen guerrero" userId="3aa031e9-e6a7-468f-bc3b-fce99a2b0b37" providerId="ADAL" clId="{A08EFAD0-E507-44ED-BFB5-F5D566E874EF}" dt="2026-05-29T02:20:34.411" v="2185" actId="478"/>
          <ac:spMkLst>
            <pc:docMk/>
            <pc:sldMk cId="4196441025" sldId="294"/>
            <ac:spMk id="2" creationId="{330932D9-D9C3-4C3C-617C-6BEF7C150280}"/>
          </ac:spMkLst>
        </pc:spChg>
        <pc:spChg chg="add mod">
          <ac:chgData name="sharleen guerrero" userId="3aa031e9-e6a7-468f-bc3b-fce99a2b0b37" providerId="ADAL" clId="{A08EFAD0-E507-44ED-BFB5-F5D566E874EF}" dt="2026-05-29T02:23:00.995" v="2207" actId="14100"/>
          <ac:spMkLst>
            <pc:docMk/>
            <pc:sldMk cId="4196441025" sldId="294"/>
            <ac:spMk id="3" creationId="{253A6620-5498-F02B-9E4D-B080E97F8E36}"/>
          </ac:spMkLst>
        </pc:spChg>
        <pc:spChg chg="add mod">
          <ac:chgData name="sharleen guerrero" userId="3aa031e9-e6a7-468f-bc3b-fce99a2b0b37" providerId="ADAL" clId="{A08EFAD0-E507-44ED-BFB5-F5D566E874EF}" dt="2026-05-29T02:25:27.140" v="2222" actId="14100"/>
          <ac:spMkLst>
            <pc:docMk/>
            <pc:sldMk cId="4196441025" sldId="294"/>
            <ac:spMk id="5" creationId="{1D68707D-483B-C587-D70C-AE3A295B306F}"/>
          </ac:spMkLst>
        </pc:spChg>
        <pc:spChg chg="add mod">
          <ac:chgData name="sharleen guerrero" userId="3aa031e9-e6a7-468f-bc3b-fce99a2b0b37" providerId="ADAL" clId="{A08EFAD0-E507-44ED-BFB5-F5D566E874EF}" dt="2026-05-29T02:57:43.581" v="2799" actId="207"/>
          <ac:spMkLst>
            <pc:docMk/>
            <pc:sldMk cId="4196441025" sldId="294"/>
            <ac:spMk id="6" creationId="{01C88E81-FD6E-6EBD-4DF5-F32B366A556B}"/>
          </ac:spMkLst>
        </pc:spChg>
        <pc:spChg chg="add mod">
          <ac:chgData name="sharleen guerrero" userId="3aa031e9-e6a7-468f-bc3b-fce99a2b0b37" providerId="ADAL" clId="{A08EFAD0-E507-44ED-BFB5-F5D566E874EF}" dt="2026-05-29T02:25:39.293" v="2225" actId="14100"/>
          <ac:spMkLst>
            <pc:docMk/>
            <pc:sldMk cId="4196441025" sldId="294"/>
            <ac:spMk id="7" creationId="{07EF1C18-EF1B-D00E-F328-6DA53805F70A}"/>
          </ac:spMkLst>
        </pc:spChg>
        <pc:spChg chg="del">
          <ac:chgData name="sharleen guerrero" userId="3aa031e9-e6a7-468f-bc3b-fce99a2b0b37" providerId="ADAL" clId="{A08EFAD0-E507-44ED-BFB5-F5D566E874EF}" dt="2026-05-29T02:20:32.742" v="2184" actId="478"/>
          <ac:spMkLst>
            <pc:docMk/>
            <pc:sldMk cId="4196441025" sldId="294"/>
            <ac:spMk id="10" creationId="{4B58A8F1-D813-AF44-F601-5DFAC446700E}"/>
          </ac:spMkLst>
        </pc:spChg>
        <pc:spChg chg="del">
          <ac:chgData name="sharleen guerrero" userId="3aa031e9-e6a7-468f-bc3b-fce99a2b0b37" providerId="ADAL" clId="{A08EFAD0-E507-44ED-BFB5-F5D566E874EF}" dt="2026-05-29T02:20:45.475" v="2188" actId="478"/>
          <ac:spMkLst>
            <pc:docMk/>
            <pc:sldMk cId="4196441025" sldId="294"/>
            <ac:spMk id="14" creationId="{DEC24DF4-00E5-9C70-FB5F-F03AB575849F}"/>
          </ac:spMkLst>
        </pc:spChg>
        <pc:spChg chg="add mod">
          <ac:chgData name="sharleen guerrero" userId="3aa031e9-e6a7-468f-bc3b-fce99a2b0b37" providerId="ADAL" clId="{A08EFAD0-E507-44ED-BFB5-F5D566E874EF}" dt="2026-05-29T02:27:46.309" v="2241" actId="255"/>
          <ac:spMkLst>
            <pc:docMk/>
            <pc:sldMk cId="4196441025" sldId="294"/>
            <ac:spMk id="15" creationId="{5DF57E47-6631-D88A-BF37-B1E663087B81}"/>
          </ac:spMkLst>
        </pc:spChg>
        <pc:spChg chg="del">
          <ac:chgData name="sharleen guerrero" userId="3aa031e9-e6a7-468f-bc3b-fce99a2b0b37" providerId="ADAL" clId="{A08EFAD0-E507-44ED-BFB5-F5D566E874EF}" dt="2026-05-29T02:20:31.303" v="2183" actId="478"/>
          <ac:spMkLst>
            <pc:docMk/>
            <pc:sldMk cId="4196441025" sldId="294"/>
            <ac:spMk id="19" creationId="{65D93882-49A8-48CB-5DD7-3BE5E41BCA30}"/>
          </ac:spMkLst>
        </pc:spChg>
        <pc:picChg chg="add mod">
          <ac:chgData name="sharleen guerrero" userId="3aa031e9-e6a7-468f-bc3b-fce99a2b0b37" providerId="ADAL" clId="{A08EFAD0-E507-44ED-BFB5-F5D566E874EF}" dt="2026-05-29T03:48:47.697" v="3282" actId="26606"/>
          <ac:picMkLst>
            <pc:docMk/>
            <pc:sldMk cId="4196441025" sldId="294"/>
            <ac:picMk id="11" creationId="{CB61C1EE-0406-15FC-1A17-DAEDB76E2FBD}"/>
          </ac:picMkLst>
        </pc:picChg>
        <pc:picChg chg="add mod">
          <ac:chgData name="sharleen guerrero" userId="3aa031e9-e6a7-468f-bc3b-fce99a2b0b37" providerId="ADAL" clId="{A08EFAD0-E507-44ED-BFB5-F5D566E874EF}" dt="2026-05-29T03:48:47.697" v="3282" actId="26606"/>
          <ac:picMkLst>
            <pc:docMk/>
            <pc:sldMk cId="4196441025" sldId="294"/>
            <ac:picMk id="13" creationId="{A7EA4A28-709C-DE46-8AAD-0D140F73928A}"/>
          </ac:picMkLst>
        </pc:picChg>
      </pc:sldChg>
      <pc:sldChg chg="add del setBg">
        <pc:chgData name="sharleen guerrero" userId="3aa031e9-e6a7-468f-bc3b-fce99a2b0b37" providerId="ADAL" clId="{A08EFAD0-E507-44ED-BFB5-F5D566E874EF}" dt="2026-05-29T02:20:24.504" v="2181"/>
        <pc:sldMkLst>
          <pc:docMk/>
          <pc:sldMk cId="4271198408" sldId="294"/>
        </pc:sldMkLst>
      </pc:sldChg>
      <pc:sldChg chg="add del setBg">
        <pc:chgData name="sharleen guerrero" userId="3aa031e9-e6a7-468f-bc3b-fce99a2b0b37" providerId="ADAL" clId="{A08EFAD0-E507-44ED-BFB5-F5D566E874EF}" dt="2026-05-29T02:28:31.640" v="2244"/>
        <pc:sldMkLst>
          <pc:docMk/>
          <pc:sldMk cId="931227144" sldId="295"/>
        </pc:sldMkLst>
      </pc:sldChg>
      <pc:sldChg chg="addSp delSp modSp add mod">
        <pc:chgData name="sharleen guerrero" userId="3aa031e9-e6a7-468f-bc3b-fce99a2b0b37" providerId="ADAL" clId="{A08EFAD0-E507-44ED-BFB5-F5D566E874EF}" dt="2026-05-29T03:48:47.697" v="3282" actId="26606"/>
        <pc:sldMkLst>
          <pc:docMk/>
          <pc:sldMk cId="1171356556" sldId="295"/>
        </pc:sldMkLst>
        <pc:spChg chg="mod">
          <ac:chgData name="sharleen guerrero" userId="3aa031e9-e6a7-468f-bc3b-fce99a2b0b37" providerId="ADAL" clId="{A08EFAD0-E507-44ED-BFB5-F5D566E874EF}" dt="2026-05-29T02:34:11.417" v="2306" actId="20577"/>
          <ac:spMkLst>
            <pc:docMk/>
            <pc:sldMk cId="1171356556" sldId="295"/>
            <ac:spMk id="4" creationId="{DB70386F-ACBA-6B08-99A0-627BE738DAEA}"/>
          </ac:spMkLst>
        </pc:spChg>
        <pc:spChg chg="mod">
          <ac:chgData name="sharleen guerrero" userId="3aa031e9-e6a7-468f-bc3b-fce99a2b0b37" providerId="ADAL" clId="{A08EFAD0-E507-44ED-BFB5-F5D566E874EF}" dt="2026-05-29T02:57:21.086" v="2798" actId="207"/>
          <ac:spMkLst>
            <pc:docMk/>
            <pc:sldMk cId="1171356556" sldId="295"/>
            <ac:spMk id="6" creationId="{98A1776F-E3FA-995D-57FD-7F0EC0F72016}"/>
          </ac:spMkLst>
        </pc:spChg>
        <pc:spChg chg="mod">
          <ac:chgData name="sharleen guerrero" userId="3aa031e9-e6a7-468f-bc3b-fce99a2b0b37" providerId="ADAL" clId="{A08EFAD0-E507-44ED-BFB5-F5D566E874EF}" dt="2026-05-29T02:33:49.541" v="2264" actId="208"/>
          <ac:spMkLst>
            <pc:docMk/>
            <pc:sldMk cId="1171356556" sldId="295"/>
            <ac:spMk id="9" creationId="{6AB3095B-A5D7-A33F-1F48-EDEA775CF8A2}"/>
          </ac:spMkLst>
        </pc:spChg>
        <pc:spChg chg="mod">
          <ac:chgData name="sharleen guerrero" userId="3aa031e9-e6a7-468f-bc3b-fce99a2b0b37" providerId="ADAL" clId="{A08EFAD0-E507-44ED-BFB5-F5D566E874EF}" dt="2026-05-29T02:40:42.720" v="2483" actId="20577"/>
          <ac:spMkLst>
            <pc:docMk/>
            <pc:sldMk cId="1171356556" sldId="295"/>
            <ac:spMk id="15" creationId="{9C1082CE-8E46-3727-AB7F-2AFFCDE965C0}"/>
          </ac:spMkLst>
        </pc:spChg>
        <pc:picChg chg="add mod">
          <ac:chgData name="sharleen guerrero" userId="3aa031e9-e6a7-468f-bc3b-fce99a2b0b37" providerId="ADAL" clId="{A08EFAD0-E507-44ED-BFB5-F5D566E874EF}" dt="2026-05-29T03:48:47.697" v="3282" actId="26606"/>
          <ac:picMkLst>
            <pc:docMk/>
            <pc:sldMk cId="1171356556" sldId="295"/>
            <ac:picMk id="8" creationId="{8FD332A0-E92B-078F-CD6F-ECB84352428B}"/>
          </ac:picMkLst>
        </pc:picChg>
        <pc:picChg chg="del">
          <ac:chgData name="sharleen guerrero" userId="3aa031e9-e6a7-468f-bc3b-fce99a2b0b37" providerId="ADAL" clId="{A08EFAD0-E507-44ED-BFB5-F5D566E874EF}" dt="2026-05-29T02:35:15.282" v="2307" actId="478"/>
          <ac:picMkLst>
            <pc:docMk/>
            <pc:sldMk cId="1171356556" sldId="295"/>
            <ac:picMk id="11" creationId="{3C1DF547-29C2-E47E-8A04-BD86FECBECB0}"/>
          </ac:picMkLst>
        </pc:picChg>
        <pc:picChg chg="add mod">
          <ac:chgData name="sharleen guerrero" userId="3aa031e9-e6a7-468f-bc3b-fce99a2b0b37" providerId="ADAL" clId="{A08EFAD0-E507-44ED-BFB5-F5D566E874EF}" dt="2026-05-29T03:48:47.697" v="3282" actId="26606"/>
          <ac:picMkLst>
            <pc:docMk/>
            <pc:sldMk cId="1171356556" sldId="295"/>
            <ac:picMk id="12" creationId="{31DEA03D-72D9-A22D-63CC-FB3C334103AE}"/>
          </ac:picMkLst>
        </pc:picChg>
        <pc:picChg chg="del">
          <ac:chgData name="sharleen guerrero" userId="3aa031e9-e6a7-468f-bc3b-fce99a2b0b37" providerId="ADAL" clId="{A08EFAD0-E507-44ED-BFB5-F5D566E874EF}" dt="2026-05-29T02:35:54.788" v="2317" actId="478"/>
          <ac:picMkLst>
            <pc:docMk/>
            <pc:sldMk cId="1171356556" sldId="295"/>
            <ac:picMk id="13" creationId="{D788C60F-3C64-1CD4-4CD4-A13955F281DE}"/>
          </ac:picMkLst>
        </pc:picChg>
      </pc:sldChg>
      <pc:sldChg chg="addSp delSp modSp add mod">
        <pc:chgData name="sharleen guerrero" userId="3aa031e9-e6a7-468f-bc3b-fce99a2b0b37" providerId="ADAL" clId="{A08EFAD0-E507-44ED-BFB5-F5D566E874EF}" dt="2026-05-29T03:48:47.697" v="3282" actId="26606"/>
        <pc:sldMkLst>
          <pc:docMk/>
          <pc:sldMk cId="884845537" sldId="296"/>
        </pc:sldMkLst>
        <pc:spChg chg="mod">
          <ac:chgData name="sharleen guerrero" userId="3aa031e9-e6a7-468f-bc3b-fce99a2b0b37" providerId="ADAL" clId="{A08EFAD0-E507-44ED-BFB5-F5D566E874EF}" dt="2026-05-29T02:43:01.557" v="2567" actId="20577"/>
          <ac:spMkLst>
            <pc:docMk/>
            <pc:sldMk cId="884845537" sldId="296"/>
            <ac:spMk id="4" creationId="{665A546E-80E2-181A-17B3-837B8F0282DE}"/>
          </ac:spMkLst>
        </pc:spChg>
        <pc:spChg chg="mod">
          <ac:chgData name="sharleen guerrero" userId="3aa031e9-e6a7-468f-bc3b-fce99a2b0b37" providerId="ADAL" clId="{A08EFAD0-E507-44ED-BFB5-F5D566E874EF}" dt="2026-05-29T02:57:53.105" v="2800" actId="207"/>
          <ac:spMkLst>
            <pc:docMk/>
            <pc:sldMk cId="884845537" sldId="296"/>
            <ac:spMk id="6" creationId="{C26D66C8-CC3D-673C-E7AD-F13FFDDCDB17}"/>
          </ac:spMkLst>
        </pc:spChg>
        <pc:spChg chg="mod">
          <ac:chgData name="sharleen guerrero" userId="3aa031e9-e6a7-468f-bc3b-fce99a2b0b37" providerId="ADAL" clId="{A08EFAD0-E507-44ED-BFB5-F5D566E874EF}" dt="2026-05-29T02:42:38.936" v="2510" actId="208"/>
          <ac:spMkLst>
            <pc:docMk/>
            <pc:sldMk cId="884845537" sldId="296"/>
            <ac:spMk id="9" creationId="{731577D3-A1E9-6461-D2CA-A95E78EDCE5B}"/>
          </ac:spMkLst>
        </pc:spChg>
        <pc:spChg chg="mod">
          <ac:chgData name="sharleen guerrero" userId="3aa031e9-e6a7-468f-bc3b-fce99a2b0b37" providerId="ADAL" clId="{A08EFAD0-E507-44ED-BFB5-F5D566E874EF}" dt="2026-05-29T02:51:15.153" v="2774" actId="20577"/>
          <ac:spMkLst>
            <pc:docMk/>
            <pc:sldMk cId="884845537" sldId="296"/>
            <ac:spMk id="15" creationId="{A83936AF-441E-334B-1C81-DAEC31236156}"/>
          </ac:spMkLst>
        </pc:spChg>
        <pc:picChg chg="del">
          <ac:chgData name="sharleen guerrero" userId="3aa031e9-e6a7-468f-bc3b-fce99a2b0b37" providerId="ADAL" clId="{A08EFAD0-E507-44ED-BFB5-F5D566E874EF}" dt="2026-05-29T02:41:50.812" v="2487" actId="478"/>
          <ac:picMkLst>
            <pc:docMk/>
            <pc:sldMk cId="884845537" sldId="296"/>
            <ac:picMk id="8" creationId="{BA376B0B-219E-0BA6-F96D-FDD8F8ED3BED}"/>
          </ac:picMkLst>
        </pc:picChg>
        <pc:picChg chg="add mod">
          <ac:chgData name="sharleen guerrero" userId="3aa031e9-e6a7-468f-bc3b-fce99a2b0b37" providerId="ADAL" clId="{A08EFAD0-E507-44ED-BFB5-F5D566E874EF}" dt="2026-05-29T03:48:47.697" v="3282" actId="26606"/>
          <ac:picMkLst>
            <pc:docMk/>
            <pc:sldMk cId="884845537" sldId="296"/>
            <ac:picMk id="10" creationId="{5E9FB46C-DCE6-A178-A246-1DE77215925C}"/>
          </ac:picMkLst>
        </pc:picChg>
        <pc:picChg chg="del">
          <ac:chgData name="sharleen guerrero" userId="3aa031e9-e6a7-468f-bc3b-fce99a2b0b37" providerId="ADAL" clId="{A08EFAD0-E507-44ED-BFB5-F5D566E874EF}" dt="2026-05-29T02:41:52.234" v="2488" actId="478"/>
          <ac:picMkLst>
            <pc:docMk/>
            <pc:sldMk cId="884845537" sldId="296"/>
            <ac:picMk id="12" creationId="{BBD41A17-B7FD-8A76-5A9A-775137AC3E4A}"/>
          </ac:picMkLst>
        </pc:picChg>
        <pc:picChg chg="add mod">
          <ac:chgData name="sharleen guerrero" userId="3aa031e9-e6a7-468f-bc3b-fce99a2b0b37" providerId="ADAL" clId="{A08EFAD0-E507-44ED-BFB5-F5D566E874EF}" dt="2026-05-29T03:48:47.697" v="3282" actId="26606"/>
          <ac:picMkLst>
            <pc:docMk/>
            <pc:sldMk cId="884845537" sldId="296"/>
            <ac:picMk id="13" creationId="{F6B787FA-E3E7-EFE8-5EAF-E09CB0C69D5E}"/>
          </ac:picMkLst>
        </pc:picChg>
      </pc:sldChg>
      <pc:sldChg chg="add del setBg">
        <pc:chgData name="sharleen guerrero" userId="3aa031e9-e6a7-468f-bc3b-fce99a2b0b37" providerId="ADAL" clId="{A08EFAD0-E507-44ED-BFB5-F5D566E874EF}" dt="2026-05-29T02:41:10.748" v="2485"/>
        <pc:sldMkLst>
          <pc:docMk/>
          <pc:sldMk cId="2523472128" sldId="296"/>
        </pc:sldMkLst>
      </pc:sldChg>
      <pc:sldChg chg="add del setBg">
        <pc:chgData name="sharleen guerrero" userId="3aa031e9-e6a7-468f-bc3b-fce99a2b0b37" providerId="ADAL" clId="{A08EFAD0-E507-44ED-BFB5-F5D566E874EF}" dt="2026-05-29T02:49:59.733" v="2709"/>
        <pc:sldMkLst>
          <pc:docMk/>
          <pc:sldMk cId="2274485797" sldId="297"/>
        </pc:sldMkLst>
      </pc:sldChg>
      <pc:sldChg chg="addSp delSp modSp add mod">
        <pc:chgData name="sharleen guerrero" userId="3aa031e9-e6a7-468f-bc3b-fce99a2b0b37" providerId="ADAL" clId="{A08EFAD0-E507-44ED-BFB5-F5D566E874EF}" dt="2026-05-29T03:48:47.697" v="3282" actId="26606"/>
        <pc:sldMkLst>
          <pc:docMk/>
          <pc:sldMk cId="3278617106" sldId="297"/>
        </pc:sldMkLst>
        <pc:spChg chg="mod">
          <ac:chgData name="sharleen guerrero" userId="3aa031e9-e6a7-468f-bc3b-fce99a2b0b37" providerId="ADAL" clId="{A08EFAD0-E507-44ED-BFB5-F5D566E874EF}" dt="2026-05-29T02:50:51.090" v="2771" actId="20577"/>
          <ac:spMkLst>
            <pc:docMk/>
            <pc:sldMk cId="3278617106" sldId="297"/>
            <ac:spMk id="4" creationId="{C98282E9-742F-34AF-FE02-265C0ED91263}"/>
          </ac:spMkLst>
        </pc:spChg>
        <pc:spChg chg="mod">
          <ac:chgData name="sharleen guerrero" userId="3aa031e9-e6a7-468f-bc3b-fce99a2b0b37" providerId="ADAL" clId="{A08EFAD0-E507-44ED-BFB5-F5D566E874EF}" dt="2026-05-29T02:57:58.893" v="2801" actId="207"/>
          <ac:spMkLst>
            <pc:docMk/>
            <pc:sldMk cId="3278617106" sldId="297"/>
            <ac:spMk id="6" creationId="{F625D364-006D-165D-0111-DB569B2CF09E}"/>
          </ac:spMkLst>
        </pc:spChg>
        <pc:spChg chg="mod">
          <ac:chgData name="sharleen guerrero" userId="3aa031e9-e6a7-468f-bc3b-fce99a2b0b37" providerId="ADAL" clId="{A08EFAD0-E507-44ED-BFB5-F5D566E874EF}" dt="2026-05-29T02:50:36.446" v="2740" actId="208"/>
          <ac:spMkLst>
            <pc:docMk/>
            <pc:sldMk cId="3278617106" sldId="297"/>
            <ac:spMk id="9" creationId="{3AF941BE-B074-1089-0066-9EF4F46E7526}"/>
          </ac:spMkLst>
        </pc:spChg>
        <pc:spChg chg="mod">
          <ac:chgData name="sharleen guerrero" userId="3aa031e9-e6a7-468f-bc3b-fce99a2b0b37" providerId="ADAL" clId="{A08EFAD0-E507-44ED-BFB5-F5D566E874EF}" dt="2026-05-29T03:00:27.735" v="2900" actId="20577"/>
          <ac:spMkLst>
            <pc:docMk/>
            <pc:sldMk cId="3278617106" sldId="297"/>
            <ac:spMk id="15" creationId="{0A6B4910-424D-9A62-A1DC-1FDEE0039513}"/>
          </ac:spMkLst>
        </pc:spChg>
        <pc:picChg chg="add mod">
          <ac:chgData name="sharleen guerrero" userId="3aa031e9-e6a7-468f-bc3b-fce99a2b0b37" providerId="ADAL" clId="{A08EFAD0-E507-44ED-BFB5-F5D566E874EF}" dt="2026-05-29T03:48:47.697" v="3282" actId="26606"/>
          <ac:picMkLst>
            <pc:docMk/>
            <pc:sldMk cId="3278617106" sldId="297"/>
            <ac:picMk id="8" creationId="{F071D935-7FDA-FB4D-56DF-6761D5D03555}"/>
          </ac:picMkLst>
        </pc:picChg>
        <pc:picChg chg="del">
          <ac:chgData name="sharleen guerrero" userId="3aa031e9-e6a7-468f-bc3b-fce99a2b0b37" providerId="ADAL" clId="{A08EFAD0-E507-44ED-BFB5-F5D566E874EF}" dt="2026-05-29T02:51:21.398" v="2775" actId="478"/>
          <ac:picMkLst>
            <pc:docMk/>
            <pc:sldMk cId="3278617106" sldId="297"/>
            <ac:picMk id="10" creationId="{CE563966-976D-4782-AE37-AF1A023EA27A}"/>
          </ac:picMkLst>
        </pc:picChg>
        <pc:picChg chg="add mod">
          <ac:chgData name="sharleen guerrero" userId="3aa031e9-e6a7-468f-bc3b-fce99a2b0b37" providerId="ADAL" clId="{A08EFAD0-E507-44ED-BFB5-F5D566E874EF}" dt="2026-05-29T03:48:47.697" v="3282" actId="26606"/>
          <ac:picMkLst>
            <pc:docMk/>
            <pc:sldMk cId="3278617106" sldId="297"/>
            <ac:picMk id="12" creationId="{3235F37F-B564-ECF6-A9DE-744276DEB849}"/>
          </ac:picMkLst>
        </pc:picChg>
        <pc:picChg chg="del">
          <ac:chgData name="sharleen guerrero" userId="3aa031e9-e6a7-468f-bc3b-fce99a2b0b37" providerId="ADAL" clId="{A08EFAD0-E507-44ED-BFB5-F5D566E874EF}" dt="2026-05-29T02:51:22.437" v="2776" actId="478"/>
          <ac:picMkLst>
            <pc:docMk/>
            <pc:sldMk cId="3278617106" sldId="297"/>
            <ac:picMk id="13" creationId="{D2EC4BA8-6F9A-C796-80CD-0185D90F841F}"/>
          </ac:picMkLst>
        </pc:picChg>
      </pc:sldChg>
      <pc:sldChg chg="add del setBg">
        <pc:chgData name="sharleen guerrero" userId="3aa031e9-e6a7-468f-bc3b-fce99a2b0b37" providerId="ADAL" clId="{A08EFAD0-E507-44ED-BFB5-F5D566E874EF}" dt="2026-05-29T03:01:43.585" v="2902"/>
        <pc:sldMkLst>
          <pc:docMk/>
          <pc:sldMk cId="1240039270" sldId="298"/>
        </pc:sldMkLst>
      </pc:sldChg>
      <pc:sldChg chg="addSp delSp modSp add del mod">
        <pc:chgData name="sharleen guerrero" userId="3aa031e9-e6a7-468f-bc3b-fce99a2b0b37" providerId="ADAL" clId="{A08EFAD0-E507-44ED-BFB5-F5D566E874EF}" dt="2026-05-29T03:29:23.387" v="3240" actId="47"/>
        <pc:sldMkLst>
          <pc:docMk/>
          <pc:sldMk cId="3534023890" sldId="298"/>
        </pc:sldMkLst>
        <pc:spChg chg="add mod">
          <ac:chgData name="sharleen guerrero" userId="3aa031e9-e6a7-468f-bc3b-fce99a2b0b37" providerId="ADAL" clId="{A08EFAD0-E507-44ED-BFB5-F5D566E874EF}" dt="2026-05-29T03:19:08.975" v="3087"/>
          <ac:spMkLst>
            <pc:docMk/>
            <pc:sldMk cId="3534023890" sldId="298"/>
            <ac:spMk id="3" creationId="{CC0D42FB-1FDE-12C4-514C-5CD8E32EBE8E}"/>
          </ac:spMkLst>
        </pc:spChg>
        <pc:spChg chg="mod">
          <ac:chgData name="sharleen guerrero" userId="3aa031e9-e6a7-468f-bc3b-fce99a2b0b37" providerId="ADAL" clId="{A08EFAD0-E507-44ED-BFB5-F5D566E874EF}" dt="2026-05-29T03:02:19.138" v="2961" actId="20577"/>
          <ac:spMkLst>
            <pc:docMk/>
            <pc:sldMk cId="3534023890" sldId="298"/>
            <ac:spMk id="4" creationId="{5B7DABB6-8127-F4F2-824E-08BBFD07AEA0}"/>
          </ac:spMkLst>
        </pc:spChg>
        <pc:spChg chg="add del mod">
          <ac:chgData name="sharleen guerrero" userId="3aa031e9-e6a7-468f-bc3b-fce99a2b0b37" providerId="ADAL" clId="{A08EFAD0-E507-44ED-BFB5-F5D566E874EF}" dt="2026-05-29T03:19:11.130" v="3089" actId="478"/>
          <ac:spMkLst>
            <pc:docMk/>
            <pc:sldMk cId="3534023890" sldId="298"/>
            <ac:spMk id="5" creationId="{E2E17CCF-A3D6-4BFE-3A1C-52A986F6545A}"/>
          </ac:spMkLst>
        </pc:spChg>
        <pc:spChg chg="add mod">
          <ac:chgData name="sharleen guerrero" userId="3aa031e9-e6a7-468f-bc3b-fce99a2b0b37" providerId="ADAL" clId="{A08EFAD0-E507-44ED-BFB5-F5D566E874EF}" dt="2026-05-29T03:19:29.229" v="3091"/>
          <ac:spMkLst>
            <pc:docMk/>
            <pc:sldMk cId="3534023890" sldId="298"/>
            <ac:spMk id="6" creationId="{E006E426-A021-6C71-433C-C5CF243EA6F5}"/>
          </ac:spMkLst>
        </pc:spChg>
        <pc:spChg chg="add mod">
          <ac:chgData name="sharleen guerrero" userId="3aa031e9-e6a7-468f-bc3b-fce99a2b0b37" providerId="ADAL" clId="{A08EFAD0-E507-44ED-BFB5-F5D566E874EF}" dt="2026-05-29T03:19:44.161" v="3095"/>
          <ac:spMkLst>
            <pc:docMk/>
            <pc:sldMk cId="3534023890" sldId="298"/>
            <ac:spMk id="9" creationId="{F7639D1E-8385-8A47-7041-00767C20C29D}"/>
          </ac:spMkLst>
        </pc:spChg>
        <pc:spChg chg="del">
          <ac:chgData name="sharleen guerrero" userId="3aa031e9-e6a7-468f-bc3b-fce99a2b0b37" providerId="ADAL" clId="{A08EFAD0-E507-44ED-BFB5-F5D566E874EF}" dt="2026-05-29T03:18:37.186" v="3078" actId="478"/>
          <ac:spMkLst>
            <pc:docMk/>
            <pc:sldMk cId="3534023890" sldId="298"/>
            <ac:spMk id="10" creationId="{41AA5AA5-C264-D16B-67D8-384E34670AFA}"/>
          </ac:spMkLst>
        </pc:spChg>
        <pc:spChg chg="del">
          <ac:chgData name="sharleen guerrero" userId="3aa031e9-e6a7-468f-bc3b-fce99a2b0b37" providerId="ADAL" clId="{A08EFAD0-E507-44ED-BFB5-F5D566E874EF}" dt="2026-05-29T03:18:38.818" v="3079" actId="478"/>
          <ac:spMkLst>
            <pc:docMk/>
            <pc:sldMk cId="3534023890" sldId="298"/>
            <ac:spMk id="11" creationId="{98C540D8-A21B-BEE2-DD5A-AC7091EA4843}"/>
          </ac:spMkLst>
        </pc:spChg>
        <pc:spChg chg="del">
          <ac:chgData name="sharleen guerrero" userId="3aa031e9-e6a7-468f-bc3b-fce99a2b0b37" providerId="ADAL" clId="{A08EFAD0-E507-44ED-BFB5-F5D566E874EF}" dt="2026-05-29T03:18:41.274" v="3080" actId="478"/>
          <ac:spMkLst>
            <pc:docMk/>
            <pc:sldMk cId="3534023890" sldId="298"/>
            <ac:spMk id="12" creationId="{DC60D505-7BAF-8898-2B64-B7D1559B88DF}"/>
          </ac:spMkLst>
        </pc:spChg>
        <pc:spChg chg="del">
          <ac:chgData name="sharleen guerrero" userId="3aa031e9-e6a7-468f-bc3b-fce99a2b0b37" providerId="ADAL" clId="{A08EFAD0-E507-44ED-BFB5-F5D566E874EF}" dt="2026-05-29T03:18:43.179" v="3081" actId="478"/>
          <ac:spMkLst>
            <pc:docMk/>
            <pc:sldMk cId="3534023890" sldId="298"/>
            <ac:spMk id="13" creationId="{AD9CFAAB-5F00-6D7B-BDC4-F92D271E4778}"/>
          </ac:spMkLst>
        </pc:spChg>
        <pc:spChg chg="del">
          <ac:chgData name="sharleen guerrero" userId="3aa031e9-e6a7-468f-bc3b-fce99a2b0b37" providerId="ADAL" clId="{A08EFAD0-E507-44ED-BFB5-F5D566E874EF}" dt="2026-05-29T03:18:47.251" v="3084" actId="478"/>
          <ac:spMkLst>
            <pc:docMk/>
            <pc:sldMk cId="3534023890" sldId="298"/>
            <ac:spMk id="14" creationId="{49DEC735-D0B4-6BF4-1A53-1F14FB0CCFB8}"/>
          </ac:spMkLst>
        </pc:spChg>
        <pc:spChg chg="del">
          <ac:chgData name="sharleen guerrero" userId="3aa031e9-e6a7-468f-bc3b-fce99a2b0b37" providerId="ADAL" clId="{A08EFAD0-E507-44ED-BFB5-F5D566E874EF}" dt="2026-05-29T03:18:44.749" v="3082" actId="478"/>
          <ac:spMkLst>
            <pc:docMk/>
            <pc:sldMk cId="3534023890" sldId="298"/>
            <ac:spMk id="15" creationId="{12813CEC-99C9-DDF3-8AC7-72469C9A17D4}"/>
          </ac:spMkLst>
        </pc:spChg>
        <pc:spChg chg="del">
          <ac:chgData name="sharleen guerrero" userId="3aa031e9-e6a7-468f-bc3b-fce99a2b0b37" providerId="ADAL" clId="{A08EFAD0-E507-44ED-BFB5-F5D566E874EF}" dt="2026-05-29T03:18:49.396" v="3085" actId="478"/>
          <ac:spMkLst>
            <pc:docMk/>
            <pc:sldMk cId="3534023890" sldId="298"/>
            <ac:spMk id="16" creationId="{88A198F5-B67C-D5C5-FBD8-6DD09404BBF0}"/>
          </ac:spMkLst>
        </pc:spChg>
        <pc:picChg chg="del">
          <ac:chgData name="sharleen guerrero" userId="3aa031e9-e6a7-468f-bc3b-fce99a2b0b37" providerId="ADAL" clId="{A08EFAD0-E507-44ED-BFB5-F5D566E874EF}" dt="2026-05-29T03:18:46.348" v="3083" actId="478"/>
          <ac:picMkLst>
            <pc:docMk/>
            <pc:sldMk cId="3534023890" sldId="298"/>
            <ac:picMk id="2" creationId="{7EAD82BA-F3D7-69E3-B89C-91888558ACB6}"/>
          </ac:picMkLst>
        </pc:picChg>
        <pc:picChg chg="add del">
          <ac:chgData name="sharleen guerrero" userId="3aa031e9-e6a7-468f-bc3b-fce99a2b0b37" providerId="ADAL" clId="{A08EFAD0-E507-44ED-BFB5-F5D566E874EF}" dt="2026-05-29T03:19:40.617" v="3093" actId="22"/>
          <ac:picMkLst>
            <pc:docMk/>
            <pc:sldMk cId="3534023890" sldId="298"/>
            <ac:picMk id="8" creationId="{96FA789B-459F-0CB6-9528-2140A11F006C}"/>
          </ac:picMkLst>
        </pc:picChg>
      </pc:sldChg>
      <pc:sldChg chg="addSp delSp modSp add mod">
        <pc:chgData name="sharleen guerrero" userId="3aa031e9-e6a7-468f-bc3b-fce99a2b0b37" providerId="ADAL" clId="{A08EFAD0-E507-44ED-BFB5-F5D566E874EF}" dt="2026-05-29T04:00:56.246" v="3391" actId="208"/>
        <pc:sldMkLst>
          <pc:docMk/>
          <pc:sldMk cId="3541054385" sldId="299"/>
        </pc:sldMkLst>
        <pc:spChg chg="add del mod">
          <ac:chgData name="sharleen guerrero" userId="3aa031e9-e6a7-468f-bc3b-fce99a2b0b37" providerId="ADAL" clId="{A08EFAD0-E507-44ED-BFB5-F5D566E874EF}" dt="2026-05-29T03:10:53.430" v="3063" actId="478"/>
          <ac:spMkLst>
            <pc:docMk/>
            <pc:sldMk cId="3541054385" sldId="299"/>
            <ac:spMk id="2" creationId="{38FDE43F-B7B4-E0B3-3251-9DB2633D99F1}"/>
          </ac:spMkLst>
        </pc:spChg>
        <pc:spChg chg="del">
          <ac:chgData name="sharleen guerrero" userId="3aa031e9-e6a7-468f-bc3b-fce99a2b0b37" providerId="ADAL" clId="{A08EFAD0-E507-44ED-BFB5-F5D566E874EF}" dt="2026-05-29T03:10:38.086" v="3056" actId="478"/>
          <ac:spMkLst>
            <pc:docMk/>
            <pc:sldMk cId="3541054385" sldId="299"/>
            <ac:spMk id="3" creationId="{E3B8AECB-AB8D-A7CD-470D-59D83DD6636A}"/>
          </ac:spMkLst>
        </pc:spChg>
        <pc:spChg chg="mod">
          <ac:chgData name="sharleen guerrero" userId="3aa031e9-e6a7-468f-bc3b-fce99a2b0b37" providerId="ADAL" clId="{A08EFAD0-E507-44ED-BFB5-F5D566E874EF}" dt="2026-05-29T03:09:10.078" v="3029" actId="20577"/>
          <ac:spMkLst>
            <pc:docMk/>
            <pc:sldMk cId="3541054385" sldId="299"/>
            <ac:spMk id="4" creationId="{7DB5913D-C444-5E70-DA84-49B2FBB1487C}"/>
          </ac:spMkLst>
        </pc:spChg>
        <pc:spChg chg="del">
          <ac:chgData name="sharleen guerrero" userId="3aa031e9-e6a7-468f-bc3b-fce99a2b0b37" providerId="ADAL" clId="{A08EFAD0-E507-44ED-BFB5-F5D566E874EF}" dt="2026-05-29T03:10:37.130" v="3055" actId="478"/>
          <ac:spMkLst>
            <pc:docMk/>
            <pc:sldMk cId="3541054385" sldId="299"/>
            <ac:spMk id="5" creationId="{7DED2544-81EE-336B-005A-D679A292C956}"/>
          </ac:spMkLst>
        </pc:spChg>
        <pc:spChg chg="del mod">
          <ac:chgData name="sharleen guerrero" userId="3aa031e9-e6a7-468f-bc3b-fce99a2b0b37" providerId="ADAL" clId="{A08EFAD0-E507-44ED-BFB5-F5D566E874EF}" dt="2026-05-29T03:10:41.943" v="3060" actId="478"/>
          <ac:spMkLst>
            <pc:docMk/>
            <pc:sldMk cId="3541054385" sldId="299"/>
            <ac:spMk id="6" creationId="{F7CA853C-5A09-3D4A-8E94-BD571F3222FB}"/>
          </ac:spMkLst>
        </pc:spChg>
        <pc:spChg chg="del">
          <ac:chgData name="sharleen guerrero" userId="3aa031e9-e6a7-468f-bc3b-fce99a2b0b37" providerId="ADAL" clId="{A08EFAD0-E507-44ED-BFB5-F5D566E874EF}" dt="2026-05-29T03:10:35.297" v="3054" actId="478"/>
          <ac:spMkLst>
            <pc:docMk/>
            <pc:sldMk cId="3541054385" sldId="299"/>
            <ac:spMk id="7" creationId="{9A75AB5E-B381-3A42-6989-614D52E514A1}"/>
          </ac:spMkLst>
        </pc:spChg>
        <pc:spChg chg="mod">
          <ac:chgData name="sharleen guerrero" userId="3aa031e9-e6a7-468f-bc3b-fce99a2b0b37" providerId="ADAL" clId="{A08EFAD0-E507-44ED-BFB5-F5D566E874EF}" dt="2026-05-29T03:09:51.186" v="3048" actId="208"/>
          <ac:spMkLst>
            <pc:docMk/>
            <pc:sldMk cId="3541054385" sldId="299"/>
            <ac:spMk id="9" creationId="{477AD43F-ADFE-6E90-B496-25C05FB5F016}"/>
          </ac:spMkLst>
        </pc:spChg>
        <pc:spChg chg="add mod">
          <ac:chgData name="sharleen guerrero" userId="3aa031e9-e6a7-468f-bc3b-fce99a2b0b37" providerId="ADAL" clId="{A08EFAD0-E507-44ED-BFB5-F5D566E874EF}" dt="2026-05-29T04:00:56.246" v="3391" actId="208"/>
          <ac:spMkLst>
            <pc:docMk/>
            <pc:sldMk cId="3541054385" sldId="299"/>
            <ac:spMk id="10" creationId="{FE95EB37-0F28-679F-DD48-B7221584332B}"/>
          </ac:spMkLst>
        </pc:spChg>
        <pc:spChg chg="del mod">
          <ac:chgData name="sharleen guerrero" userId="3aa031e9-e6a7-468f-bc3b-fce99a2b0b37" providerId="ADAL" clId="{A08EFAD0-E507-44ED-BFB5-F5D566E874EF}" dt="2026-05-29T03:10:30.622" v="3051" actId="478"/>
          <ac:spMkLst>
            <pc:docMk/>
            <pc:sldMk cId="3541054385" sldId="299"/>
            <ac:spMk id="15" creationId="{C62DCF1C-7EC3-82FF-BAF6-958CC33EA473}"/>
          </ac:spMkLst>
        </pc:spChg>
        <pc:picChg chg="del">
          <ac:chgData name="sharleen guerrero" userId="3aa031e9-e6a7-468f-bc3b-fce99a2b0b37" providerId="ADAL" clId="{A08EFAD0-E507-44ED-BFB5-F5D566E874EF}" dt="2026-05-29T03:10:32.061" v="3052" actId="478"/>
          <ac:picMkLst>
            <pc:docMk/>
            <pc:sldMk cId="3541054385" sldId="299"/>
            <ac:picMk id="8" creationId="{4A496D66-705A-0D81-F214-60C6762FFCCF}"/>
          </ac:picMkLst>
        </pc:picChg>
        <pc:picChg chg="del">
          <ac:chgData name="sharleen guerrero" userId="3aa031e9-e6a7-468f-bc3b-fce99a2b0b37" providerId="ADAL" clId="{A08EFAD0-E507-44ED-BFB5-F5D566E874EF}" dt="2026-05-29T03:10:33.178" v="3053" actId="478"/>
          <ac:picMkLst>
            <pc:docMk/>
            <pc:sldMk cId="3541054385" sldId="299"/>
            <ac:picMk id="12" creationId="{48BFD880-D0B0-4314-D6AF-26C42705E83E}"/>
          </ac:picMkLst>
        </pc:picChg>
        <pc:picChg chg="add mod">
          <ac:chgData name="sharleen guerrero" userId="3aa031e9-e6a7-468f-bc3b-fce99a2b0b37" providerId="ADAL" clId="{A08EFAD0-E507-44ED-BFB5-F5D566E874EF}" dt="2026-05-29T03:48:47.697" v="3282" actId="26606"/>
          <ac:picMkLst>
            <pc:docMk/>
            <pc:sldMk cId="3541054385" sldId="299"/>
            <ac:picMk id="13" creationId="{89EA667F-0CF2-732B-96BF-2AC26F052741}"/>
          </ac:picMkLst>
        </pc:picChg>
      </pc:sldChg>
      <pc:sldChg chg="add del setBg">
        <pc:chgData name="sharleen guerrero" userId="3aa031e9-e6a7-468f-bc3b-fce99a2b0b37" providerId="ADAL" clId="{A08EFAD0-E507-44ED-BFB5-F5D566E874EF}" dt="2026-05-29T03:08:35.677" v="2963"/>
        <pc:sldMkLst>
          <pc:docMk/>
          <pc:sldMk cId="4285996287" sldId="299"/>
        </pc:sldMkLst>
      </pc:sldChg>
      <pc:sldChg chg="addSp delSp modSp add del mod ord setBg">
        <pc:chgData name="sharleen guerrero" userId="3aa031e9-e6a7-468f-bc3b-fce99a2b0b37" providerId="ADAL" clId="{A08EFAD0-E507-44ED-BFB5-F5D566E874EF}" dt="2026-05-29T04:05:23.290" v="3490" actId="20577"/>
        <pc:sldMkLst>
          <pc:docMk/>
          <pc:sldMk cId="0" sldId="300"/>
        </pc:sldMkLst>
        <pc:spChg chg="del">
          <ac:chgData name="sharleen guerrero" userId="3aa031e9-e6a7-468f-bc3b-fce99a2b0b37" providerId="ADAL" clId="{A08EFAD0-E507-44ED-BFB5-F5D566E874EF}" dt="2026-05-29T03:20:17.888" v="3106" actId="478"/>
          <ac:spMkLst>
            <pc:docMk/>
            <pc:sldMk cId="0" sldId="300"/>
            <ac:spMk id="2" creationId="{00000000-0000-0000-0000-000000000000}"/>
          </ac:spMkLst>
        </pc:spChg>
        <pc:spChg chg="del">
          <ac:chgData name="sharleen guerrero" userId="3aa031e9-e6a7-468f-bc3b-fce99a2b0b37" providerId="ADAL" clId="{A08EFAD0-E507-44ED-BFB5-F5D566E874EF}" dt="2026-05-29T03:20:20.196" v="3107" actId="478"/>
          <ac:spMkLst>
            <pc:docMk/>
            <pc:sldMk cId="0" sldId="300"/>
            <ac:spMk id="3" creationId="{00000000-0000-0000-0000-000000000000}"/>
          </ac:spMkLst>
        </pc:spChg>
        <pc:spChg chg="mod">
          <ac:chgData name="sharleen guerrero" userId="3aa031e9-e6a7-468f-bc3b-fce99a2b0b37" providerId="ADAL" clId="{A08EFAD0-E507-44ED-BFB5-F5D566E874EF}" dt="2026-05-29T03:20:36.245" v="3109" actId="113"/>
          <ac:spMkLst>
            <pc:docMk/>
            <pc:sldMk cId="0" sldId="300"/>
            <ac:spMk id="4" creationId="{00000000-0000-0000-0000-000000000000}"/>
          </ac:spMkLst>
        </pc:spChg>
        <pc:spChg chg="del">
          <ac:chgData name="sharleen guerrero" userId="3aa031e9-e6a7-468f-bc3b-fce99a2b0b37" providerId="ADAL" clId="{A08EFAD0-E507-44ED-BFB5-F5D566E874EF}" dt="2026-05-29T03:20:10.680" v="3102" actId="478"/>
          <ac:spMkLst>
            <pc:docMk/>
            <pc:sldMk cId="0" sldId="300"/>
            <ac:spMk id="5" creationId="{00000000-0000-0000-0000-000000000000}"/>
          </ac:spMkLst>
        </pc:spChg>
        <pc:spChg chg="del">
          <ac:chgData name="sharleen guerrero" userId="3aa031e9-e6a7-468f-bc3b-fce99a2b0b37" providerId="ADAL" clId="{A08EFAD0-E507-44ED-BFB5-F5D566E874EF}" dt="2026-05-29T03:20:12.468" v="3103" actId="478"/>
          <ac:spMkLst>
            <pc:docMk/>
            <pc:sldMk cId="0" sldId="300"/>
            <ac:spMk id="6" creationId="{00000000-0000-0000-0000-000000000000}"/>
          </ac:spMkLst>
        </pc:spChg>
        <pc:spChg chg="del">
          <ac:chgData name="sharleen guerrero" userId="3aa031e9-e6a7-468f-bc3b-fce99a2b0b37" providerId="ADAL" clId="{A08EFAD0-E507-44ED-BFB5-F5D566E874EF}" dt="2026-05-29T03:20:14.450" v="3104" actId="478"/>
          <ac:spMkLst>
            <pc:docMk/>
            <pc:sldMk cId="0" sldId="300"/>
            <ac:spMk id="7" creationId="{00000000-0000-0000-0000-000000000000}"/>
          </ac:spMkLst>
        </pc:spChg>
        <pc:spChg chg="del">
          <ac:chgData name="sharleen guerrero" userId="3aa031e9-e6a7-468f-bc3b-fce99a2b0b37" providerId="ADAL" clId="{A08EFAD0-E507-44ED-BFB5-F5D566E874EF}" dt="2026-05-29T03:20:16.010" v="3105" actId="478"/>
          <ac:spMkLst>
            <pc:docMk/>
            <pc:sldMk cId="0" sldId="300"/>
            <ac:spMk id="8" creationId="{00000000-0000-0000-0000-000000000000}"/>
          </ac:spMkLst>
        </pc:spChg>
        <pc:spChg chg="mod">
          <ac:chgData name="sharleen guerrero" userId="3aa031e9-e6a7-468f-bc3b-fce99a2b0b37" providerId="ADAL" clId="{A08EFAD0-E507-44ED-BFB5-F5D566E874EF}" dt="2026-05-29T03:23:01.283" v="3140" actId="207"/>
          <ac:spMkLst>
            <pc:docMk/>
            <pc:sldMk cId="0" sldId="300"/>
            <ac:spMk id="10" creationId="{00000000-0000-0000-0000-000000000000}"/>
          </ac:spMkLst>
        </pc:spChg>
        <pc:spChg chg="mod">
          <ac:chgData name="sharleen guerrero" userId="3aa031e9-e6a7-468f-bc3b-fce99a2b0b37" providerId="ADAL" clId="{A08EFAD0-E507-44ED-BFB5-F5D566E874EF}" dt="2026-05-29T03:23:04.320" v="3141" actId="207"/>
          <ac:spMkLst>
            <pc:docMk/>
            <pc:sldMk cId="0" sldId="300"/>
            <ac:spMk id="11" creationId="{00000000-0000-0000-0000-000000000000}"/>
          </ac:spMkLst>
        </pc:spChg>
        <pc:spChg chg="mod">
          <ac:chgData name="sharleen guerrero" userId="3aa031e9-e6a7-468f-bc3b-fce99a2b0b37" providerId="ADAL" clId="{A08EFAD0-E507-44ED-BFB5-F5D566E874EF}" dt="2026-05-29T03:20:53.302" v="3116" actId="20577"/>
          <ac:spMkLst>
            <pc:docMk/>
            <pc:sldMk cId="0" sldId="300"/>
            <ac:spMk id="13" creationId="{00000000-0000-0000-0000-000000000000}"/>
          </ac:spMkLst>
        </pc:spChg>
        <pc:spChg chg="mod">
          <ac:chgData name="sharleen guerrero" userId="3aa031e9-e6a7-468f-bc3b-fce99a2b0b37" providerId="ADAL" clId="{A08EFAD0-E507-44ED-BFB5-F5D566E874EF}" dt="2026-05-29T03:33:10.107" v="3262" actId="20577"/>
          <ac:spMkLst>
            <pc:docMk/>
            <pc:sldMk cId="0" sldId="300"/>
            <ac:spMk id="14" creationId="{00000000-0000-0000-0000-000000000000}"/>
          </ac:spMkLst>
        </pc:spChg>
        <pc:spChg chg="mod">
          <ac:chgData name="sharleen guerrero" userId="3aa031e9-e6a7-468f-bc3b-fce99a2b0b37" providerId="ADAL" clId="{A08EFAD0-E507-44ED-BFB5-F5D566E874EF}" dt="2026-05-29T03:23:12.014" v="3142" actId="207"/>
          <ac:spMkLst>
            <pc:docMk/>
            <pc:sldMk cId="0" sldId="300"/>
            <ac:spMk id="16" creationId="{00000000-0000-0000-0000-000000000000}"/>
          </ac:spMkLst>
        </pc:spChg>
        <pc:spChg chg="mod">
          <ac:chgData name="sharleen guerrero" userId="3aa031e9-e6a7-468f-bc3b-fce99a2b0b37" providerId="ADAL" clId="{A08EFAD0-E507-44ED-BFB5-F5D566E874EF}" dt="2026-05-29T03:34:56.635" v="3276" actId="20577"/>
          <ac:spMkLst>
            <pc:docMk/>
            <pc:sldMk cId="0" sldId="300"/>
            <ac:spMk id="17" creationId="{00000000-0000-0000-0000-000000000000}"/>
          </ac:spMkLst>
        </pc:spChg>
        <pc:spChg chg="del mod">
          <ac:chgData name="sharleen guerrero" userId="3aa031e9-e6a7-468f-bc3b-fce99a2b0b37" providerId="ADAL" clId="{A08EFAD0-E507-44ED-BFB5-F5D566E874EF}" dt="2026-05-29T03:34:27.767" v="3269" actId="478"/>
          <ac:spMkLst>
            <pc:docMk/>
            <pc:sldMk cId="0" sldId="300"/>
            <ac:spMk id="18" creationId="{00000000-0000-0000-0000-000000000000}"/>
          </ac:spMkLst>
        </pc:spChg>
        <pc:spChg chg="mod">
          <ac:chgData name="sharleen guerrero" userId="3aa031e9-e6a7-468f-bc3b-fce99a2b0b37" providerId="ADAL" clId="{A08EFAD0-E507-44ED-BFB5-F5D566E874EF}" dt="2026-05-29T03:20:55.824" v="3120" actId="20577"/>
          <ac:spMkLst>
            <pc:docMk/>
            <pc:sldMk cId="0" sldId="300"/>
            <ac:spMk id="19" creationId="{00000000-0000-0000-0000-000000000000}"/>
          </ac:spMkLst>
        </pc:spChg>
        <pc:spChg chg="mod">
          <ac:chgData name="sharleen guerrero" userId="3aa031e9-e6a7-468f-bc3b-fce99a2b0b37" providerId="ADAL" clId="{A08EFAD0-E507-44ED-BFB5-F5D566E874EF}" dt="2026-05-29T04:03:03.909" v="3392" actId="20577"/>
          <ac:spMkLst>
            <pc:docMk/>
            <pc:sldMk cId="0" sldId="300"/>
            <ac:spMk id="20" creationId="{00000000-0000-0000-0000-000000000000}"/>
          </ac:spMkLst>
        </pc:spChg>
        <pc:spChg chg="mod">
          <ac:chgData name="sharleen guerrero" userId="3aa031e9-e6a7-468f-bc3b-fce99a2b0b37" providerId="ADAL" clId="{A08EFAD0-E507-44ED-BFB5-F5D566E874EF}" dt="2026-05-29T03:23:19.739" v="3144" actId="207"/>
          <ac:spMkLst>
            <pc:docMk/>
            <pc:sldMk cId="0" sldId="300"/>
            <ac:spMk id="22" creationId="{00000000-0000-0000-0000-000000000000}"/>
          </ac:spMkLst>
        </pc:spChg>
        <pc:spChg chg="mod">
          <ac:chgData name="sharleen guerrero" userId="3aa031e9-e6a7-468f-bc3b-fce99a2b0b37" providerId="ADAL" clId="{A08EFAD0-E507-44ED-BFB5-F5D566E874EF}" dt="2026-05-29T03:23:25.649" v="3145" actId="207"/>
          <ac:spMkLst>
            <pc:docMk/>
            <pc:sldMk cId="0" sldId="300"/>
            <ac:spMk id="23" creationId="{00000000-0000-0000-0000-000000000000}"/>
          </ac:spMkLst>
        </pc:spChg>
        <pc:spChg chg="mod">
          <ac:chgData name="sharleen guerrero" userId="3aa031e9-e6a7-468f-bc3b-fce99a2b0b37" providerId="ADAL" clId="{A08EFAD0-E507-44ED-BFB5-F5D566E874EF}" dt="2026-05-29T03:21:00.670" v="3124" actId="20577"/>
          <ac:spMkLst>
            <pc:docMk/>
            <pc:sldMk cId="0" sldId="300"/>
            <ac:spMk id="25" creationId="{00000000-0000-0000-0000-000000000000}"/>
          </ac:spMkLst>
        </pc:spChg>
        <pc:spChg chg="mod">
          <ac:chgData name="sharleen guerrero" userId="3aa031e9-e6a7-468f-bc3b-fce99a2b0b37" providerId="ADAL" clId="{A08EFAD0-E507-44ED-BFB5-F5D566E874EF}" dt="2026-05-29T04:03:20.126" v="3393" actId="20577"/>
          <ac:spMkLst>
            <pc:docMk/>
            <pc:sldMk cId="0" sldId="300"/>
            <ac:spMk id="26" creationId="{00000000-0000-0000-0000-000000000000}"/>
          </ac:spMkLst>
        </pc:spChg>
        <pc:spChg chg="mod">
          <ac:chgData name="sharleen guerrero" userId="3aa031e9-e6a7-468f-bc3b-fce99a2b0b37" providerId="ADAL" clId="{A08EFAD0-E507-44ED-BFB5-F5D566E874EF}" dt="2026-05-29T03:23:31.819" v="3146" actId="207"/>
          <ac:spMkLst>
            <pc:docMk/>
            <pc:sldMk cId="0" sldId="300"/>
            <ac:spMk id="28" creationId="{00000000-0000-0000-0000-000000000000}"/>
          </ac:spMkLst>
        </pc:spChg>
        <pc:spChg chg="mod">
          <ac:chgData name="sharleen guerrero" userId="3aa031e9-e6a7-468f-bc3b-fce99a2b0b37" providerId="ADAL" clId="{A08EFAD0-E507-44ED-BFB5-F5D566E874EF}" dt="2026-05-29T03:35:24.779" v="3281" actId="113"/>
          <ac:spMkLst>
            <pc:docMk/>
            <pc:sldMk cId="0" sldId="300"/>
            <ac:spMk id="29" creationId="{00000000-0000-0000-0000-000000000000}"/>
          </ac:spMkLst>
        </pc:spChg>
        <pc:spChg chg="del mod">
          <ac:chgData name="sharleen guerrero" userId="3aa031e9-e6a7-468f-bc3b-fce99a2b0b37" providerId="ADAL" clId="{A08EFAD0-E507-44ED-BFB5-F5D566E874EF}" dt="2026-05-29T03:35:03.246" v="3277" actId="478"/>
          <ac:spMkLst>
            <pc:docMk/>
            <pc:sldMk cId="0" sldId="300"/>
            <ac:spMk id="30" creationId="{00000000-0000-0000-0000-000000000000}"/>
          </ac:spMkLst>
        </pc:spChg>
        <pc:spChg chg="mod">
          <ac:chgData name="sharleen guerrero" userId="3aa031e9-e6a7-468f-bc3b-fce99a2b0b37" providerId="ADAL" clId="{A08EFAD0-E507-44ED-BFB5-F5D566E874EF}" dt="2026-05-29T03:21:03.113" v="3128" actId="20577"/>
          <ac:spMkLst>
            <pc:docMk/>
            <pc:sldMk cId="0" sldId="300"/>
            <ac:spMk id="31" creationId="{00000000-0000-0000-0000-000000000000}"/>
          </ac:spMkLst>
        </pc:spChg>
        <pc:spChg chg="mod">
          <ac:chgData name="sharleen guerrero" userId="3aa031e9-e6a7-468f-bc3b-fce99a2b0b37" providerId="ADAL" clId="{A08EFAD0-E507-44ED-BFB5-F5D566E874EF}" dt="2026-05-29T04:05:23.290" v="3490" actId="20577"/>
          <ac:spMkLst>
            <pc:docMk/>
            <pc:sldMk cId="0" sldId="300"/>
            <ac:spMk id="32" creationId="{00000000-0000-0000-0000-000000000000}"/>
          </ac:spMkLst>
        </pc:spChg>
        <pc:spChg chg="del">
          <ac:chgData name="sharleen guerrero" userId="3aa031e9-e6a7-468f-bc3b-fce99a2b0b37" providerId="ADAL" clId="{A08EFAD0-E507-44ED-BFB5-F5D566E874EF}" dt="2026-05-29T03:21:24.949" v="3130" actId="478"/>
          <ac:spMkLst>
            <pc:docMk/>
            <pc:sldMk cId="0" sldId="300"/>
            <ac:spMk id="33" creationId="{00000000-0000-0000-0000-000000000000}"/>
          </ac:spMkLst>
        </pc:spChg>
        <pc:spChg chg="del">
          <ac:chgData name="sharleen guerrero" userId="3aa031e9-e6a7-468f-bc3b-fce99a2b0b37" providerId="ADAL" clId="{A08EFAD0-E507-44ED-BFB5-F5D566E874EF}" dt="2026-05-29T03:21:20.066" v="3129" actId="478"/>
          <ac:spMkLst>
            <pc:docMk/>
            <pc:sldMk cId="0" sldId="300"/>
            <ac:spMk id="34" creationId="{00000000-0000-0000-0000-000000000000}"/>
          </ac:spMkLst>
        </pc:spChg>
        <pc:spChg chg="add mod">
          <ac:chgData name="sharleen guerrero" userId="3aa031e9-e6a7-468f-bc3b-fce99a2b0b37" providerId="ADAL" clId="{A08EFAD0-E507-44ED-BFB5-F5D566E874EF}" dt="2026-05-29T03:21:25.646" v="3131"/>
          <ac:spMkLst>
            <pc:docMk/>
            <pc:sldMk cId="0" sldId="300"/>
            <ac:spMk id="36" creationId="{D730B70B-2EB5-9174-2F41-F895BE2B2D49}"/>
          </ac:spMkLst>
        </pc:spChg>
        <pc:cxnChg chg="add mod">
          <ac:chgData name="sharleen guerrero" userId="3aa031e9-e6a7-468f-bc3b-fce99a2b0b37" providerId="ADAL" clId="{A08EFAD0-E507-44ED-BFB5-F5D566E874EF}" dt="2026-05-29T03:20:45.388" v="3110"/>
          <ac:cxnSpMkLst>
            <pc:docMk/>
            <pc:sldMk cId="0" sldId="300"/>
            <ac:cxnSpMk id="35" creationId="{0CF39B44-6DFD-9D51-D77E-B0A600D4E821}"/>
          </ac:cxnSpMkLst>
        </pc:cxnChg>
      </pc:sldChg>
      <pc:sldChg chg="add del setBg">
        <pc:chgData name="sharleen guerrero" userId="3aa031e9-e6a7-468f-bc3b-fce99a2b0b37" providerId="ADAL" clId="{A08EFAD0-E507-44ED-BFB5-F5D566E874EF}" dt="2026-05-29T03:24:44.931" v="3156"/>
        <pc:sldMkLst>
          <pc:docMk/>
          <pc:sldMk cId="1534205401" sldId="301"/>
        </pc:sldMkLst>
      </pc:sldChg>
      <pc:sldChg chg="add del setBg">
        <pc:chgData name="sharleen guerrero" userId="3aa031e9-e6a7-468f-bc3b-fce99a2b0b37" providerId="ADAL" clId="{A08EFAD0-E507-44ED-BFB5-F5D566E874EF}" dt="2026-05-29T03:20:07.078" v="3100"/>
        <pc:sldMkLst>
          <pc:docMk/>
          <pc:sldMk cId="1845318888" sldId="301"/>
        </pc:sldMkLst>
      </pc:sldChg>
      <pc:sldChg chg="addSp delSp modSp add del mod">
        <pc:chgData name="sharleen guerrero" userId="3aa031e9-e6a7-468f-bc3b-fce99a2b0b37" providerId="ADAL" clId="{A08EFAD0-E507-44ED-BFB5-F5D566E874EF}" dt="2026-05-29T03:22:31.121" v="3137" actId="47"/>
        <pc:sldMkLst>
          <pc:docMk/>
          <pc:sldMk cId="3070732234" sldId="301"/>
        </pc:sldMkLst>
        <pc:spChg chg="add mod">
          <ac:chgData name="sharleen guerrero" userId="3aa031e9-e6a7-468f-bc3b-fce99a2b0b37" providerId="ADAL" clId="{A08EFAD0-E507-44ED-BFB5-F5D566E874EF}" dt="2026-05-29T03:22:21.744" v="3133"/>
          <ac:spMkLst>
            <pc:docMk/>
            <pc:sldMk cId="3070732234" sldId="301"/>
            <ac:spMk id="2" creationId="{B191CB93-0ED7-AB46-A20F-3245A2734800}"/>
          </ac:spMkLst>
        </pc:spChg>
        <pc:picChg chg="add del">
          <ac:chgData name="sharleen guerrero" userId="3aa031e9-e6a7-468f-bc3b-fce99a2b0b37" providerId="ADAL" clId="{A08EFAD0-E507-44ED-BFB5-F5D566E874EF}" dt="2026-05-29T03:22:26.223" v="3135" actId="22"/>
          <ac:picMkLst>
            <pc:docMk/>
            <pc:sldMk cId="3070732234" sldId="301"/>
            <ac:picMk id="5" creationId="{CF77D18F-322A-F55A-B5F2-6FD6F3F80452}"/>
          </ac:picMkLst>
        </pc:picChg>
      </pc:sldChg>
      <pc:sldChg chg="addSp delSp modSp add mod">
        <pc:chgData name="sharleen guerrero" userId="3aa031e9-e6a7-468f-bc3b-fce99a2b0b37" providerId="ADAL" clId="{A08EFAD0-E507-44ED-BFB5-F5D566E874EF}" dt="2026-05-29T04:00:42.238" v="3389" actId="207"/>
        <pc:sldMkLst>
          <pc:docMk/>
          <pc:sldMk cId="3970063657" sldId="301"/>
        </pc:sldMkLst>
        <pc:spChg chg="mod">
          <ac:chgData name="sharleen guerrero" userId="3aa031e9-e6a7-468f-bc3b-fce99a2b0b37" providerId="ADAL" clId="{A08EFAD0-E507-44ED-BFB5-F5D566E874EF}" dt="2026-05-29T03:25:00.204" v="3174" actId="20577"/>
          <ac:spMkLst>
            <pc:docMk/>
            <pc:sldMk cId="3970063657" sldId="301"/>
            <ac:spMk id="4" creationId="{B30FC3A0-A992-60C4-39F8-EDDB4311CE06}"/>
          </ac:spMkLst>
        </pc:spChg>
        <pc:spChg chg="mod">
          <ac:chgData name="sharleen guerrero" userId="3aa031e9-e6a7-468f-bc3b-fce99a2b0b37" providerId="ADAL" clId="{A08EFAD0-E507-44ED-BFB5-F5D566E874EF}" dt="2026-05-29T04:00:42.238" v="3389" actId="207"/>
          <ac:spMkLst>
            <pc:docMk/>
            <pc:sldMk cId="3970063657" sldId="301"/>
            <ac:spMk id="10" creationId="{7F3838BE-E1D3-B9D4-A3B7-47677CBE6097}"/>
          </ac:spMkLst>
        </pc:spChg>
        <pc:spChg chg="del">
          <ac:chgData name="sharleen guerrero" userId="3aa031e9-e6a7-468f-bc3b-fce99a2b0b37" providerId="ADAL" clId="{A08EFAD0-E507-44ED-BFB5-F5D566E874EF}" dt="2026-05-29T03:27:28.453" v="3226" actId="478"/>
          <ac:spMkLst>
            <pc:docMk/>
            <pc:sldMk cId="3970063657" sldId="301"/>
            <ac:spMk id="11" creationId="{707A1488-6166-A863-FD49-B95BE161F0FF}"/>
          </ac:spMkLst>
        </pc:spChg>
        <pc:spChg chg="del mod">
          <ac:chgData name="sharleen guerrero" userId="3aa031e9-e6a7-468f-bc3b-fce99a2b0b37" providerId="ADAL" clId="{A08EFAD0-E507-44ED-BFB5-F5D566E874EF}" dt="2026-05-29T03:26:45.128" v="3220" actId="478"/>
          <ac:spMkLst>
            <pc:docMk/>
            <pc:sldMk cId="3970063657" sldId="301"/>
            <ac:spMk id="12" creationId="{DA5F85E6-4B9E-9871-B845-EE85A469841C}"/>
          </ac:spMkLst>
        </pc:spChg>
        <pc:spChg chg="mod">
          <ac:chgData name="sharleen guerrero" userId="3aa031e9-e6a7-468f-bc3b-fce99a2b0b37" providerId="ADAL" clId="{A08EFAD0-E507-44ED-BFB5-F5D566E874EF}" dt="2026-05-29T03:55:20.567" v="3367" actId="20577"/>
          <ac:spMkLst>
            <pc:docMk/>
            <pc:sldMk cId="3970063657" sldId="301"/>
            <ac:spMk id="13" creationId="{88EB6C60-11FC-E199-2189-0741785F6C8C}"/>
          </ac:spMkLst>
        </pc:spChg>
        <pc:spChg chg="mod">
          <ac:chgData name="sharleen guerrero" userId="3aa031e9-e6a7-468f-bc3b-fce99a2b0b37" providerId="ADAL" clId="{A08EFAD0-E507-44ED-BFB5-F5D566E874EF}" dt="2026-05-29T03:27:18.222" v="3224" actId="207"/>
          <ac:spMkLst>
            <pc:docMk/>
            <pc:sldMk cId="3970063657" sldId="301"/>
            <ac:spMk id="14" creationId="{36295E2F-3AD3-4332-FBD4-EF00B78F0AC9}"/>
          </ac:spMkLst>
        </pc:spChg>
        <pc:spChg chg="del">
          <ac:chgData name="sharleen guerrero" userId="3aa031e9-e6a7-468f-bc3b-fce99a2b0b37" providerId="ADAL" clId="{A08EFAD0-E507-44ED-BFB5-F5D566E874EF}" dt="2026-05-29T03:27:30.338" v="3227" actId="478"/>
          <ac:spMkLst>
            <pc:docMk/>
            <pc:sldMk cId="3970063657" sldId="301"/>
            <ac:spMk id="15" creationId="{BA6291AF-6523-4114-A6CC-FD412A821AC5}"/>
          </ac:spMkLst>
        </pc:spChg>
        <pc:spChg chg="del">
          <ac:chgData name="sharleen guerrero" userId="3aa031e9-e6a7-468f-bc3b-fce99a2b0b37" providerId="ADAL" clId="{A08EFAD0-E507-44ED-BFB5-F5D566E874EF}" dt="2026-05-29T03:27:32.767" v="3228" actId="478"/>
          <ac:spMkLst>
            <pc:docMk/>
            <pc:sldMk cId="3970063657" sldId="301"/>
            <ac:spMk id="16" creationId="{9C952251-D09A-B8AB-CAE9-3578A8D9139D}"/>
          </ac:spMkLst>
        </pc:spChg>
        <pc:picChg chg="add del mod">
          <ac:chgData name="sharleen guerrero" userId="3aa031e9-e6a7-468f-bc3b-fce99a2b0b37" providerId="ADAL" clId="{A08EFAD0-E507-44ED-BFB5-F5D566E874EF}" dt="2026-05-29T03:55:23.721" v="3368" actId="478"/>
          <ac:picMkLst>
            <pc:docMk/>
            <pc:sldMk cId="3970063657" sldId="301"/>
            <ac:picMk id="2" creationId="{5BD9F2EF-6558-7CA5-712A-5C8C2811A03B}"/>
          </ac:picMkLst>
        </pc:picChg>
        <pc:picChg chg="del">
          <ac:chgData name="sharleen guerrero" userId="3aa031e9-e6a7-468f-bc3b-fce99a2b0b37" providerId="ADAL" clId="{A08EFAD0-E507-44ED-BFB5-F5D566E874EF}" dt="2026-05-29T03:27:33.864" v="3229" actId="478"/>
          <ac:picMkLst>
            <pc:docMk/>
            <pc:sldMk cId="3970063657" sldId="301"/>
            <ac:picMk id="2" creationId="{F4FF04D7-CB76-0543-EB21-117652EA0B9B}"/>
          </ac:picMkLst>
        </pc:picChg>
      </pc:sldChg>
      <pc:sldMasterChg chg="del delSldLayout">
        <pc:chgData name="sharleen guerrero" userId="3aa031e9-e6a7-468f-bc3b-fce99a2b0b37" providerId="ADAL" clId="{A08EFAD0-E507-44ED-BFB5-F5D566E874EF}" dt="2026-05-29T00:40:17.499" v="814" actId="47"/>
        <pc:sldMasterMkLst>
          <pc:docMk/>
          <pc:sldMasterMk cId="2893304079" sldId="2147483648"/>
        </pc:sldMasterMkLst>
        <pc:sldLayoutChg chg="del">
          <pc:chgData name="sharleen guerrero" userId="3aa031e9-e6a7-468f-bc3b-fce99a2b0b37" providerId="ADAL" clId="{A08EFAD0-E507-44ED-BFB5-F5D566E874EF}" dt="2026-05-29T00:40:17.499" v="814" actId="47"/>
          <pc:sldLayoutMkLst>
            <pc:docMk/>
            <pc:sldMasterMk cId="2893304079" sldId="2147483648"/>
            <pc:sldLayoutMk cId="1638382834" sldId="2147483649"/>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2218835357" sldId="2147483650"/>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859827636" sldId="2147483651"/>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1058454504" sldId="2147483652"/>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827162870" sldId="2147483653"/>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4048161040" sldId="2147483654"/>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995850082" sldId="2147483655"/>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709790656" sldId="2147483656"/>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4017248785" sldId="2147483657"/>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4099198436" sldId="2147483658"/>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3582849157" sldId="2147483659"/>
          </pc:sldLayoutMkLst>
        </pc:sldLayoutChg>
        <pc:sldLayoutChg chg="del">
          <pc:chgData name="sharleen guerrero" userId="3aa031e9-e6a7-468f-bc3b-fce99a2b0b37" providerId="ADAL" clId="{A08EFAD0-E507-44ED-BFB5-F5D566E874EF}" dt="2026-05-29T00:40:17.499" v="814" actId="47"/>
          <pc:sldLayoutMkLst>
            <pc:docMk/>
            <pc:sldMasterMk cId="2893304079" sldId="2147483648"/>
            <pc:sldLayoutMk cId="2672346510" sldId="2147483660"/>
          </pc:sldLayoutMkLst>
        </pc:sldLayoutChg>
      </pc:sldMasterChg>
      <pc:sldMasterChg chg="delSldLayout">
        <pc:chgData name="sharleen guerrero" userId="3aa031e9-e6a7-468f-bc3b-fce99a2b0b37" providerId="ADAL" clId="{A08EFAD0-E507-44ED-BFB5-F5D566E874EF}" dt="2026-05-29T00:56:11.171" v="835" actId="47"/>
        <pc:sldMasterMkLst>
          <pc:docMk/>
          <pc:sldMasterMk cId="1125319191" sldId="2147483661"/>
        </pc:sldMasterMkLst>
        <pc:sldLayoutChg chg="del">
          <pc:chgData name="sharleen guerrero" userId="3aa031e9-e6a7-468f-bc3b-fce99a2b0b37" providerId="ADAL" clId="{A08EFAD0-E507-44ED-BFB5-F5D566E874EF}" dt="2026-05-29T00:56:11.171" v="835" actId="47"/>
          <pc:sldLayoutMkLst>
            <pc:docMk/>
            <pc:sldMasterMk cId="1125319191" sldId="2147483661"/>
            <pc:sldLayoutMk cId="1964260840" sldId="2147483664"/>
          </pc:sldLayoutMkLst>
        </pc:sldLayoutChg>
      </pc:sldMasterChg>
      <pc:sldMasterChg chg="del delSldLayout">
        <pc:chgData name="sharleen guerrero" userId="3aa031e9-e6a7-468f-bc3b-fce99a2b0b37" providerId="ADAL" clId="{A08EFAD0-E507-44ED-BFB5-F5D566E874EF}" dt="2026-05-29T00:59:55.406" v="871" actId="47"/>
        <pc:sldMasterMkLst>
          <pc:docMk/>
          <pc:sldMasterMk cId="963623891" sldId="2147483664"/>
        </pc:sldMasterMkLst>
        <pc:sldLayoutChg chg="del">
          <pc:chgData name="sharleen guerrero" userId="3aa031e9-e6a7-468f-bc3b-fce99a2b0b37" providerId="ADAL" clId="{A08EFAD0-E507-44ED-BFB5-F5D566E874EF}" dt="2026-05-29T00:59:55.406" v="871" actId="47"/>
          <pc:sldLayoutMkLst>
            <pc:docMk/>
            <pc:sldMasterMk cId="963623891" sldId="2147483664"/>
            <pc:sldLayoutMk cId="988033952"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C477E3-25FD-4247-A204-0F8A6AAEAD59}"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84C3-B1D2-4EB8-932A-2B01EA33B63D}" type="slidenum">
              <a:rPr lang="en-US" smtClean="0"/>
              <a:t>‹#›</a:t>
            </a:fld>
            <a:endParaRPr lang="en-US"/>
          </a:p>
        </p:txBody>
      </p:sp>
    </p:spTree>
    <p:extLst>
      <p:ext uri="{BB962C8B-B14F-4D97-AF65-F5344CB8AC3E}">
        <p14:creationId xmlns:p14="http://schemas.microsoft.com/office/powerpoint/2010/main" val="3058057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84C3-B1D2-4EB8-932A-2B01EA33B63D}" type="slidenum">
              <a:rPr lang="en-US" smtClean="0"/>
              <a:t>3</a:t>
            </a:fld>
            <a:endParaRPr lang="en-US"/>
          </a:p>
        </p:txBody>
      </p:sp>
    </p:spTree>
    <p:extLst>
      <p:ext uri="{BB962C8B-B14F-4D97-AF65-F5344CB8AC3E}">
        <p14:creationId xmlns:p14="http://schemas.microsoft.com/office/powerpoint/2010/main" val="57541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973C-D032-665B-DB5C-9BFDFA46C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6658F-9E8C-ED18-2966-5A40E133D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F9972-0A99-A800-5CD2-C00C951549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A0840-C4A6-C211-445C-ACA91C14A44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815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2BE4-2496-04AA-E62B-82FE70F5C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F4053-0989-EC77-56C5-04FB4F2DA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E0709-57F4-E255-61D4-706067CE2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5E0250-EDCA-0D3C-E6D5-EDA9DC23DAD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364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9A29-D37A-0EDF-99B2-9314F6F7B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4B9B2-30E5-94BB-C7CB-DB5D60043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3C089-FEBB-7C86-3D45-784B4A0927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2FD109-73A9-78DB-0E32-21ECDEDE9A8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2754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BC1B-0C25-2F56-9DF2-C5AB21DCC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B0751-AC65-CCBE-69C0-C4CA4CC54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AF2D3-ED4A-00C8-8540-820ED5C921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D8F7CF-AFA7-F563-57E4-EC142577BC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7389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D9387-0E53-EF62-845A-DEC29744C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7AB0A-06E4-DCA6-B915-45EC00020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88AA5-EF5F-45FE-3692-9CC2535214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BAC96-3A08-30E5-11CC-8B8ED43588F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5283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1A8B-5937-7E9C-8E9F-19EAF6F26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76B84-5290-80E8-35E6-D34A59895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D3318-AA26-111E-8B97-2FD2E1E9B4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254F2-E418-5BC4-EFAF-784108CDBAD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8819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5F11-ACB6-5842-64B7-47B75D0E6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76A29-0393-F2BA-DCD5-2BD8CAC52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8CCD3-78B5-5BEA-AA08-9902469111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69235-93B6-72B9-0402-F858DBCF25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1043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meline Dark">
    <p:bg>
      <p:bgPr>
        <a:solidFill>
          <a:schemeClr val="tx2">
            <a:lumMod val="7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39F7D1-31ED-4588-7F6B-7214367FBA9F}"/>
              </a:ext>
            </a:extLst>
          </p:cNvPr>
          <p:cNvSpPr>
            <a:spLocks noGrp="1"/>
          </p:cNvSpPr>
          <p:nvPr>
            <p:ph type="title" hasCustomPrompt="1"/>
          </p:nvPr>
        </p:nvSpPr>
        <p:spPr>
          <a:xfrm>
            <a:off x="618744" y="209677"/>
            <a:ext cx="9064752" cy="1097915"/>
          </a:xfrm>
        </p:spPr>
        <p:txBody>
          <a:bodyPr anchor="b">
            <a:normAutofit/>
          </a:bodyPr>
          <a:lstStyle>
            <a:lvl1pPr>
              <a:defRPr sz="5400">
                <a:solidFill>
                  <a:schemeClr val="bg1"/>
                </a:solidFill>
                <a:latin typeface="+mn-lt"/>
              </a:defRPr>
            </a:lvl1pPr>
          </a:lstStyle>
          <a:p>
            <a:r>
              <a:rPr lang="en-US" dirty="0"/>
              <a:t>Click to add title</a:t>
            </a:r>
          </a:p>
        </p:txBody>
      </p:sp>
      <p:sp>
        <p:nvSpPr>
          <p:cNvPr id="12" name="Text Placeholder 11">
            <a:extLst>
              <a:ext uri="{FF2B5EF4-FFF2-40B4-BE49-F238E27FC236}">
                <a16:creationId xmlns:a16="http://schemas.microsoft.com/office/drawing/2014/main" id="{413A1C6A-339B-343A-B0AD-F761FE910519}"/>
              </a:ext>
            </a:extLst>
          </p:cNvPr>
          <p:cNvSpPr>
            <a:spLocks noGrp="1"/>
          </p:cNvSpPr>
          <p:nvPr>
            <p:ph type="body" sz="quarter" idx="13" hasCustomPrompt="1"/>
          </p:nvPr>
        </p:nvSpPr>
        <p:spPr>
          <a:xfrm>
            <a:off x="618745" y="1344676"/>
            <a:ext cx="9064752" cy="511175"/>
          </a:xfrm>
        </p:spPr>
        <p:txBody>
          <a:bodyPr lIns="164592" tIns="0">
            <a:no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50" name="Oval 49">
            <a:extLst>
              <a:ext uri="{FF2B5EF4-FFF2-40B4-BE49-F238E27FC236}">
                <a16:creationId xmlns:a16="http://schemas.microsoft.com/office/drawing/2014/main" id="{535829F9-B704-5645-ABE3-F98170E89B44}"/>
              </a:ext>
              <a:ext uri="{C183D7F6-B498-43B3-948B-1728B52AA6E4}">
                <adec:decorative xmlns:adec="http://schemas.microsoft.com/office/drawing/2017/decorative" val="1"/>
              </a:ext>
            </a:extLst>
          </p:cNvPr>
          <p:cNvSpPr/>
          <p:nvPr userDrawn="1"/>
        </p:nvSpPr>
        <p:spPr>
          <a:xfrm>
            <a:off x="10396346" y="585334"/>
            <a:ext cx="1005840" cy="1005840"/>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13">
            <a:extLst>
              <a:ext uri="{FF2B5EF4-FFF2-40B4-BE49-F238E27FC236}">
                <a16:creationId xmlns:a16="http://schemas.microsoft.com/office/drawing/2014/main" id="{5807DD9B-8716-9B22-9F91-88E6071F91D3}"/>
              </a:ext>
            </a:extLst>
          </p:cNvPr>
          <p:cNvSpPr>
            <a:spLocks noGrp="1" noChangeAspect="1"/>
          </p:cNvSpPr>
          <p:nvPr>
            <p:ph type="pic" sz="quarter" idx="14"/>
          </p:nvPr>
        </p:nvSpPr>
        <p:spPr>
          <a:xfrm>
            <a:off x="10487786" y="649342"/>
            <a:ext cx="822960" cy="822960"/>
          </a:xfrm>
          <a:prstGeom prst="ellipse">
            <a:avLst/>
          </a:prstGeom>
          <a:ln w="22225">
            <a:noFill/>
          </a:ln>
        </p:spPr>
        <p:txBody>
          <a:bodyPr lIns="0" tIns="0" rIns="0" bIns="0">
            <a:normAutofit/>
          </a:bodyPr>
          <a:lstStyle>
            <a:lvl1pPr marL="0" indent="0" algn="ctr">
              <a:buNone/>
              <a:defRPr sz="1000">
                <a:solidFill>
                  <a:schemeClr val="bg1"/>
                </a:solidFill>
              </a:defRPr>
            </a:lvl1pPr>
          </a:lstStyle>
          <a:p>
            <a:r>
              <a:rPr lang="en-US"/>
              <a:t>Click icon to add picture</a:t>
            </a:r>
            <a:endParaRPr lang="en-US" dirty="0"/>
          </a:p>
        </p:txBody>
      </p:sp>
      <p:sp>
        <p:nvSpPr>
          <p:cNvPr id="15" name="Text Placeholder 11">
            <a:extLst>
              <a:ext uri="{FF2B5EF4-FFF2-40B4-BE49-F238E27FC236}">
                <a16:creationId xmlns:a16="http://schemas.microsoft.com/office/drawing/2014/main" id="{3465C986-E3D2-97E7-9111-0299F9C3B1D2}"/>
              </a:ext>
            </a:extLst>
          </p:cNvPr>
          <p:cNvSpPr>
            <a:spLocks noGrp="1"/>
          </p:cNvSpPr>
          <p:nvPr>
            <p:ph type="body" sz="quarter" idx="15" hasCustomPrompt="1"/>
          </p:nvPr>
        </p:nvSpPr>
        <p:spPr>
          <a:xfrm>
            <a:off x="673608"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0" name="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753404" y="3046075"/>
            <a:ext cx="1828633" cy="96903"/>
          </a:xfrm>
          <a:prstGeom prst="rect">
            <a:avLst/>
          </a:prstGeom>
          <a:gradFill>
            <a:gsLst>
              <a:gs pos="0">
                <a:schemeClr val="accent1">
                  <a:lumMod val="60000"/>
                  <a:lumOff val="40000"/>
                </a:schemeClr>
              </a:gs>
              <a:gs pos="100000">
                <a:schemeClr val="accent3">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673608"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5" name="Text Placeholder 11">
            <a:extLst>
              <a:ext uri="{FF2B5EF4-FFF2-40B4-BE49-F238E27FC236}">
                <a16:creationId xmlns:a16="http://schemas.microsoft.com/office/drawing/2014/main" id="{70FD3BFF-C0B9-AA50-A3D6-B4A48EEF7513}"/>
              </a:ext>
            </a:extLst>
          </p:cNvPr>
          <p:cNvSpPr>
            <a:spLocks noGrp="1"/>
          </p:cNvSpPr>
          <p:nvPr>
            <p:ph type="body" sz="quarter" idx="25" hasCustomPrompt="1"/>
          </p:nvPr>
        </p:nvSpPr>
        <p:spPr>
          <a:xfrm>
            <a:off x="670560" y="4505738"/>
            <a:ext cx="893064" cy="335470"/>
          </a:xfrm>
        </p:spPr>
        <p:txBody>
          <a:bodyPr lIns="91440" tIns="0">
            <a:noAutofit/>
          </a:bodyPr>
          <a:lstStyle>
            <a:lvl1pPr marL="0" indent="0">
              <a:buNone/>
              <a:defRPr sz="2000" cap="all" baseline="0">
                <a:solidFill>
                  <a:schemeClr val="accent1">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1" name="Oval 50">
            <a:extLst>
              <a:ext uri="{FF2B5EF4-FFF2-40B4-BE49-F238E27FC236}">
                <a16:creationId xmlns:a16="http://schemas.microsoft.com/office/drawing/2014/main" id="{EBEE5563-8FF1-7479-E11E-F0144D7533D8}"/>
              </a:ext>
              <a:ext uri="{C183D7F6-B498-43B3-948B-1728B52AA6E4}">
                <adec:decorative xmlns:adec="http://schemas.microsoft.com/office/drawing/2017/decorative" val="1"/>
              </a:ext>
            </a:extLst>
          </p:cNvPr>
          <p:cNvSpPr/>
          <p:nvPr userDrawn="1"/>
        </p:nvSpPr>
        <p:spPr>
          <a:xfrm>
            <a:off x="1682496" y="4399153"/>
            <a:ext cx="685800" cy="685800"/>
          </a:xfrm>
          <a:prstGeom prst="ellipse">
            <a:avLst/>
          </a:prstGeom>
          <a:noFill/>
          <a:ln w="127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13">
            <a:extLst>
              <a:ext uri="{FF2B5EF4-FFF2-40B4-BE49-F238E27FC236}">
                <a16:creationId xmlns:a16="http://schemas.microsoft.com/office/drawing/2014/main" id="{A69C1816-EC8E-961C-AC21-6D86E9C455A1}"/>
              </a:ext>
            </a:extLst>
          </p:cNvPr>
          <p:cNvSpPr>
            <a:spLocks noGrp="1" noChangeAspect="1"/>
          </p:cNvSpPr>
          <p:nvPr>
            <p:ph type="pic" sz="quarter" idx="35"/>
          </p:nvPr>
        </p:nvSpPr>
        <p:spPr>
          <a:xfrm>
            <a:off x="1796796"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26" name="Text Placeholder 11">
            <a:extLst>
              <a:ext uri="{FF2B5EF4-FFF2-40B4-BE49-F238E27FC236}">
                <a16:creationId xmlns:a16="http://schemas.microsoft.com/office/drawing/2014/main" id="{9F9A0E21-E67B-7E2F-ED16-4BABF0781083}"/>
              </a:ext>
            </a:extLst>
          </p:cNvPr>
          <p:cNvSpPr>
            <a:spLocks noGrp="1"/>
          </p:cNvSpPr>
          <p:nvPr>
            <p:ph type="body" sz="quarter" idx="26" hasCustomPrompt="1"/>
          </p:nvPr>
        </p:nvSpPr>
        <p:spPr>
          <a:xfrm>
            <a:off x="670560"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5" name="Straight Arrow Connector 44">
            <a:extLst>
              <a:ext uri="{FF2B5EF4-FFF2-40B4-BE49-F238E27FC236}">
                <a16:creationId xmlns:a16="http://schemas.microsoft.com/office/drawing/2014/main" id="{9CFE922A-6A5A-4DA8-1E44-D80852772091}"/>
              </a:ext>
              <a:ext uri="{C183D7F6-B498-43B3-948B-1728B52AA6E4}">
                <adec:decorative xmlns:adec="http://schemas.microsoft.com/office/drawing/2017/decorative" val="1"/>
              </a:ext>
            </a:extLst>
          </p:cNvPr>
          <p:cNvCxnSpPr>
            <a:cxnSpLocks/>
          </p:cNvCxnSpPr>
          <p:nvPr userDrawn="1"/>
        </p:nvCxnSpPr>
        <p:spPr>
          <a:xfrm>
            <a:off x="753404" y="5377870"/>
            <a:ext cx="1827083" cy="0"/>
          </a:xfrm>
          <a:prstGeom prst="straightConnector1">
            <a:avLst/>
          </a:prstGeom>
          <a:ln w="19050" cap="flat" cmpd="sng" algn="ctr">
            <a:gradFill>
              <a:gsLst>
                <a:gs pos="0">
                  <a:schemeClr val="accent1">
                    <a:lumMod val="75000"/>
                  </a:schemeClr>
                </a:gs>
                <a:gs pos="100000">
                  <a:schemeClr val="accent3">
                    <a:lumMod val="75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11">
            <a:extLst>
              <a:ext uri="{FF2B5EF4-FFF2-40B4-BE49-F238E27FC236}">
                <a16:creationId xmlns:a16="http://schemas.microsoft.com/office/drawing/2014/main" id="{3D56C31D-5FDB-2235-FFF8-2AB6E04C9B1C}"/>
              </a:ext>
            </a:extLst>
          </p:cNvPr>
          <p:cNvSpPr>
            <a:spLocks noGrp="1"/>
          </p:cNvSpPr>
          <p:nvPr>
            <p:ph type="body" sz="quarter" idx="16" hasCustomPrompt="1"/>
          </p:nvPr>
        </p:nvSpPr>
        <p:spPr>
          <a:xfrm>
            <a:off x="2862072"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1" name="Rectangle 40">
            <a:extLst>
              <a:ext uri="{FF2B5EF4-FFF2-40B4-BE49-F238E27FC236}">
                <a16:creationId xmlns:a16="http://schemas.microsoft.com/office/drawing/2014/main" id="{481FC81D-B431-FFA6-47F5-F40C79C53D0A}"/>
              </a:ext>
              <a:ext uri="{C183D7F6-B498-43B3-948B-1728B52AA6E4}">
                <adec:decorative xmlns:adec="http://schemas.microsoft.com/office/drawing/2017/decorative" val="1"/>
              </a:ext>
            </a:extLst>
          </p:cNvPr>
          <p:cNvSpPr/>
          <p:nvPr userDrawn="1"/>
        </p:nvSpPr>
        <p:spPr>
          <a:xfrm>
            <a:off x="2946272" y="3046075"/>
            <a:ext cx="1828633" cy="96903"/>
          </a:xfrm>
          <a:prstGeom prst="rect">
            <a:avLst/>
          </a:prstGeom>
          <a:gradFill>
            <a:gsLst>
              <a:gs pos="0">
                <a:schemeClr val="accent3">
                  <a:lumMod val="60000"/>
                  <a:lumOff val="40000"/>
                </a:schemeClr>
              </a:gs>
              <a:gs pos="100000">
                <a:schemeClr val="accent2">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1" name="Text Placeholder 11">
            <a:extLst>
              <a:ext uri="{FF2B5EF4-FFF2-40B4-BE49-F238E27FC236}">
                <a16:creationId xmlns:a16="http://schemas.microsoft.com/office/drawing/2014/main" id="{B16A2860-4464-B092-801E-255A6B7DF3E4}"/>
              </a:ext>
            </a:extLst>
          </p:cNvPr>
          <p:cNvSpPr>
            <a:spLocks noGrp="1"/>
          </p:cNvSpPr>
          <p:nvPr>
            <p:ph type="body" sz="quarter" idx="21" hasCustomPrompt="1"/>
          </p:nvPr>
        </p:nvSpPr>
        <p:spPr>
          <a:xfrm>
            <a:off x="2862072"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7" name="Text Placeholder 11">
            <a:extLst>
              <a:ext uri="{FF2B5EF4-FFF2-40B4-BE49-F238E27FC236}">
                <a16:creationId xmlns:a16="http://schemas.microsoft.com/office/drawing/2014/main" id="{3B992882-DF57-9DAF-2532-06C30C2D9F16}"/>
              </a:ext>
            </a:extLst>
          </p:cNvPr>
          <p:cNvSpPr>
            <a:spLocks noGrp="1"/>
          </p:cNvSpPr>
          <p:nvPr>
            <p:ph type="body" sz="quarter" idx="27" hasCustomPrompt="1"/>
          </p:nvPr>
        </p:nvSpPr>
        <p:spPr>
          <a:xfrm>
            <a:off x="2862072" y="4505738"/>
            <a:ext cx="893064" cy="335470"/>
          </a:xfrm>
        </p:spPr>
        <p:txBody>
          <a:bodyPr lIns="91440" tIns="0">
            <a:noAutofit/>
          </a:bodyPr>
          <a:lstStyle>
            <a:lvl1pPr marL="0" indent="0">
              <a:buNone/>
              <a:defRPr sz="2000" cap="all" baseline="0">
                <a:solidFill>
                  <a:schemeClr val="accent3">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2" name="Oval 51">
            <a:extLst>
              <a:ext uri="{FF2B5EF4-FFF2-40B4-BE49-F238E27FC236}">
                <a16:creationId xmlns:a16="http://schemas.microsoft.com/office/drawing/2014/main" id="{2E63250C-AB2E-9D56-C26C-1E211DFAD534}"/>
              </a:ext>
              <a:ext uri="{C183D7F6-B498-43B3-948B-1728B52AA6E4}">
                <adec:decorative xmlns:adec="http://schemas.microsoft.com/office/drawing/2017/decorative" val="1"/>
              </a:ext>
            </a:extLst>
          </p:cNvPr>
          <p:cNvSpPr/>
          <p:nvPr userDrawn="1"/>
        </p:nvSpPr>
        <p:spPr>
          <a:xfrm>
            <a:off x="3887724" y="4399153"/>
            <a:ext cx="685800" cy="685800"/>
          </a:xfrm>
          <a:prstGeom prst="ellipse">
            <a:avLst/>
          </a:prstGeom>
          <a:noFill/>
          <a:ln w="127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Picture Placeholder 13">
            <a:extLst>
              <a:ext uri="{FF2B5EF4-FFF2-40B4-BE49-F238E27FC236}">
                <a16:creationId xmlns:a16="http://schemas.microsoft.com/office/drawing/2014/main" id="{50C6734A-2661-863D-C8B6-6A4DBC588FE4}"/>
              </a:ext>
            </a:extLst>
          </p:cNvPr>
          <p:cNvSpPr>
            <a:spLocks noGrp="1" noChangeAspect="1"/>
          </p:cNvSpPr>
          <p:nvPr>
            <p:ph type="pic" sz="quarter" idx="36"/>
          </p:nvPr>
        </p:nvSpPr>
        <p:spPr>
          <a:xfrm>
            <a:off x="4002024"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28" name="Text Placeholder 11">
            <a:extLst>
              <a:ext uri="{FF2B5EF4-FFF2-40B4-BE49-F238E27FC236}">
                <a16:creationId xmlns:a16="http://schemas.microsoft.com/office/drawing/2014/main" id="{50D7755C-4D0B-D8A7-6235-8E606B39F3AB}"/>
              </a:ext>
            </a:extLst>
          </p:cNvPr>
          <p:cNvSpPr>
            <a:spLocks noGrp="1"/>
          </p:cNvSpPr>
          <p:nvPr>
            <p:ph type="body" sz="quarter" idx="28" hasCustomPrompt="1"/>
          </p:nvPr>
        </p:nvSpPr>
        <p:spPr>
          <a:xfrm>
            <a:off x="2862072"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6" name="Straight Arrow Connector 45">
            <a:extLst>
              <a:ext uri="{FF2B5EF4-FFF2-40B4-BE49-F238E27FC236}">
                <a16:creationId xmlns:a16="http://schemas.microsoft.com/office/drawing/2014/main" id="{76330766-86D4-F436-F65D-07EF389BF5F5}"/>
              </a:ext>
              <a:ext uri="{C183D7F6-B498-43B3-948B-1728B52AA6E4}">
                <adec:decorative xmlns:adec="http://schemas.microsoft.com/office/drawing/2017/decorative" val="1"/>
              </a:ext>
            </a:extLst>
          </p:cNvPr>
          <p:cNvCxnSpPr>
            <a:cxnSpLocks/>
          </p:cNvCxnSpPr>
          <p:nvPr userDrawn="1"/>
        </p:nvCxnSpPr>
        <p:spPr>
          <a:xfrm>
            <a:off x="2943485" y="5377870"/>
            <a:ext cx="1836387" cy="0"/>
          </a:xfrm>
          <a:prstGeom prst="straightConnector1">
            <a:avLst/>
          </a:prstGeom>
          <a:ln w="19050" cap="flat" cmpd="sng" algn="ctr">
            <a:gradFill>
              <a:gsLst>
                <a:gs pos="0">
                  <a:schemeClr val="accent3">
                    <a:lumMod val="75000"/>
                  </a:schemeClr>
                </a:gs>
                <a:gs pos="100000">
                  <a:schemeClr val="accent2"/>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 Placeholder 11">
            <a:extLst>
              <a:ext uri="{FF2B5EF4-FFF2-40B4-BE49-F238E27FC236}">
                <a16:creationId xmlns:a16="http://schemas.microsoft.com/office/drawing/2014/main" id="{A540E06E-3F2B-A3DC-320A-8C968AC4350E}"/>
              </a:ext>
            </a:extLst>
          </p:cNvPr>
          <p:cNvSpPr>
            <a:spLocks noGrp="1"/>
          </p:cNvSpPr>
          <p:nvPr>
            <p:ph type="body" sz="quarter" idx="17" hasCustomPrompt="1"/>
          </p:nvPr>
        </p:nvSpPr>
        <p:spPr>
          <a:xfrm>
            <a:off x="5050536"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2" name="Rectangle 41">
            <a:extLst>
              <a:ext uri="{FF2B5EF4-FFF2-40B4-BE49-F238E27FC236}">
                <a16:creationId xmlns:a16="http://schemas.microsoft.com/office/drawing/2014/main" id="{F46BB721-1D88-1A03-1D55-5C79942C7137}"/>
              </a:ext>
              <a:ext uri="{C183D7F6-B498-43B3-948B-1728B52AA6E4}">
                <adec:decorative xmlns:adec="http://schemas.microsoft.com/office/drawing/2017/decorative" val="1"/>
              </a:ext>
            </a:extLst>
          </p:cNvPr>
          <p:cNvSpPr/>
          <p:nvPr userDrawn="1"/>
        </p:nvSpPr>
        <p:spPr>
          <a:xfrm>
            <a:off x="5139140" y="3046075"/>
            <a:ext cx="1828634" cy="96903"/>
          </a:xfrm>
          <a:prstGeom prst="rect">
            <a:avLst/>
          </a:prstGeom>
          <a:gradFill>
            <a:gsLst>
              <a:gs pos="0">
                <a:schemeClr val="accent2">
                  <a:lumMod val="60000"/>
                  <a:lumOff val="40000"/>
                </a:schemeClr>
              </a:gs>
              <a:gs pos="100000">
                <a:schemeClr val="accent5">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2" name="Text Placeholder 11">
            <a:extLst>
              <a:ext uri="{FF2B5EF4-FFF2-40B4-BE49-F238E27FC236}">
                <a16:creationId xmlns:a16="http://schemas.microsoft.com/office/drawing/2014/main" id="{51307C43-6072-93E9-BF1D-64D42AE2A524}"/>
              </a:ext>
            </a:extLst>
          </p:cNvPr>
          <p:cNvSpPr>
            <a:spLocks noGrp="1"/>
          </p:cNvSpPr>
          <p:nvPr>
            <p:ph type="body" sz="quarter" idx="22" hasCustomPrompt="1"/>
          </p:nvPr>
        </p:nvSpPr>
        <p:spPr>
          <a:xfrm>
            <a:off x="5050536"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9" name="Text Placeholder 11">
            <a:extLst>
              <a:ext uri="{FF2B5EF4-FFF2-40B4-BE49-F238E27FC236}">
                <a16:creationId xmlns:a16="http://schemas.microsoft.com/office/drawing/2014/main" id="{7CBDAD5E-0048-0813-47FC-FFE93F191C5B}"/>
              </a:ext>
            </a:extLst>
          </p:cNvPr>
          <p:cNvSpPr>
            <a:spLocks noGrp="1"/>
          </p:cNvSpPr>
          <p:nvPr>
            <p:ph type="body" sz="quarter" idx="29" hasCustomPrompt="1"/>
          </p:nvPr>
        </p:nvSpPr>
        <p:spPr>
          <a:xfrm>
            <a:off x="5065776" y="4505738"/>
            <a:ext cx="893064" cy="335470"/>
          </a:xfrm>
        </p:spPr>
        <p:txBody>
          <a:bodyPr lIns="91440" tIns="0">
            <a:noAutofit/>
          </a:bodyPr>
          <a:lstStyle>
            <a:lvl1pPr marL="0" indent="0">
              <a:buNone/>
              <a:defRPr sz="2000" cap="all" baseline="0">
                <a:solidFill>
                  <a:schemeClr val="accent2">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4" name="Oval 53">
            <a:extLst>
              <a:ext uri="{FF2B5EF4-FFF2-40B4-BE49-F238E27FC236}">
                <a16:creationId xmlns:a16="http://schemas.microsoft.com/office/drawing/2014/main" id="{60D4CBD1-AAC9-3F04-3F49-E8579F6F7ABE}"/>
              </a:ext>
              <a:ext uri="{C183D7F6-B498-43B3-948B-1728B52AA6E4}">
                <adec:decorative xmlns:adec="http://schemas.microsoft.com/office/drawing/2017/decorative" val="1"/>
              </a:ext>
            </a:extLst>
          </p:cNvPr>
          <p:cNvSpPr/>
          <p:nvPr userDrawn="1"/>
        </p:nvSpPr>
        <p:spPr>
          <a:xfrm>
            <a:off x="6092952" y="4402872"/>
            <a:ext cx="685800" cy="685800"/>
          </a:xfrm>
          <a:prstGeom prst="ellipse">
            <a:avLst/>
          </a:prstGeom>
          <a:noFill/>
          <a:ln w="127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Picture Placeholder 13">
            <a:extLst>
              <a:ext uri="{FF2B5EF4-FFF2-40B4-BE49-F238E27FC236}">
                <a16:creationId xmlns:a16="http://schemas.microsoft.com/office/drawing/2014/main" id="{F154717D-74D1-298B-EF00-6CCA65AA969B}"/>
              </a:ext>
            </a:extLst>
          </p:cNvPr>
          <p:cNvSpPr>
            <a:spLocks noGrp="1" noChangeAspect="1"/>
          </p:cNvSpPr>
          <p:nvPr>
            <p:ph type="pic" sz="quarter" idx="37"/>
          </p:nvPr>
        </p:nvSpPr>
        <p:spPr>
          <a:xfrm>
            <a:off x="6207252" y="4517172"/>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0" name="Text Placeholder 11">
            <a:extLst>
              <a:ext uri="{FF2B5EF4-FFF2-40B4-BE49-F238E27FC236}">
                <a16:creationId xmlns:a16="http://schemas.microsoft.com/office/drawing/2014/main" id="{3A23A057-C011-EB28-4869-A73F2E3B3394}"/>
              </a:ext>
            </a:extLst>
          </p:cNvPr>
          <p:cNvSpPr>
            <a:spLocks noGrp="1"/>
          </p:cNvSpPr>
          <p:nvPr>
            <p:ph type="body" sz="quarter" idx="30" hasCustomPrompt="1"/>
          </p:nvPr>
        </p:nvSpPr>
        <p:spPr>
          <a:xfrm>
            <a:off x="5065776"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7" name="Straight Arrow Connector 46">
            <a:extLst>
              <a:ext uri="{FF2B5EF4-FFF2-40B4-BE49-F238E27FC236}">
                <a16:creationId xmlns:a16="http://schemas.microsoft.com/office/drawing/2014/main" id="{EF51B736-1CC5-842A-AFEB-68B18931713C}"/>
              </a:ext>
              <a:ext uri="{C183D7F6-B498-43B3-948B-1728B52AA6E4}">
                <adec:decorative xmlns:adec="http://schemas.microsoft.com/office/drawing/2017/decorative" val="1"/>
              </a:ext>
            </a:extLst>
          </p:cNvPr>
          <p:cNvCxnSpPr>
            <a:cxnSpLocks/>
          </p:cNvCxnSpPr>
          <p:nvPr userDrawn="1"/>
        </p:nvCxnSpPr>
        <p:spPr>
          <a:xfrm>
            <a:off x="5142870" y="5377870"/>
            <a:ext cx="1827639" cy="0"/>
          </a:xfrm>
          <a:prstGeom prst="straightConnector1">
            <a:avLst/>
          </a:prstGeom>
          <a:ln w="19050" cap="flat" cmpd="sng" algn="ctr">
            <a:gradFill>
              <a:gsLst>
                <a:gs pos="0">
                  <a:schemeClr val="accent2"/>
                </a:gs>
                <a:gs pos="100000">
                  <a:schemeClr val="accent5">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 Placeholder 11">
            <a:extLst>
              <a:ext uri="{FF2B5EF4-FFF2-40B4-BE49-F238E27FC236}">
                <a16:creationId xmlns:a16="http://schemas.microsoft.com/office/drawing/2014/main" id="{716EA8F4-B9C4-991F-0EBC-D79877AD4680}"/>
              </a:ext>
            </a:extLst>
          </p:cNvPr>
          <p:cNvSpPr>
            <a:spLocks noGrp="1"/>
          </p:cNvSpPr>
          <p:nvPr>
            <p:ph type="body" sz="quarter" idx="18" hasCustomPrompt="1"/>
          </p:nvPr>
        </p:nvSpPr>
        <p:spPr>
          <a:xfrm>
            <a:off x="7239000"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3" name="Rectangle 42">
            <a:extLst>
              <a:ext uri="{FF2B5EF4-FFF2-40B4-BE49-F238E27FC236}">
                <a16:creationId xmlns:a16="http://schemas.microsoft.com/office/drawing/2014/main" id="{3B68F5A8-E314-7C7A-6CB2-3036DF2A8EFC}"/>
              </a:ext>
              <a:ext uri="{C183D7F6-B498-43B3-948B-1728B52AA6E4}">
                <adec:decorative xmlns:adec="http://schemas.microsoft.com/office/drawing/2017/decorative" val="1"/>
              </a:ext>
            </a:extLst>
          </p:cNvPr>
          <p:cNvSpPr/>
          <p:nvPr userDrawn="1"/>
        </p:nvSpPr>
        <p:spPr>
          <a:xfrm>
            <a:off x="7332009" y="3046075"/>
            <a:ext cx="1828635" cy="96903"/>
          </a:xfrm>
          <a:prstGeom prst="rect">
            <a:avLst/>
          </a:prstGeom>
          <a:gradFill>
            <a:gsLst>
              <a:gs pos="0">
                <a:schemeClr val="accent5">
                  <a:lumMod val="60000"/>
                  <a:lumOff val="40000"/>
                </a:schemeClr>
              </a:gs>
              <a:gs pos="100000">
                <a:schemeClr val="accent6">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3" name="Text Placeholder 11">
            <a:extLst>
              <a:ext uri="{FF2B5EF4-FFF2-40B4-BE49-F238E27FC236}">
                <a16:creationId xmlns:a16="http://schemas.microsoft.com/office/drawing/2014/main" id="{5A57C80F-4C30-26E1-B38B-3D7238EC9A49}"/>
              </a:ext>
            </a:extLst>
          </p:cNvPr>
          <p:cNvSpPr>
            <a:spLocks noGrp="1"/>
          </p:cNvSpPr>
          <p:nvPr>
            <p:ph type="body" sz="quarter" idx="23" hasCustomPrompt="1"/>
          </p:nvPr>
        </p:nvSpPr>
        <p:spPr>
          <a:xfrm>
            <a:off x="7239000"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1" name="Text Placeholder 11">
            <a:extLst>
              <a:ext uri="{FF2B5EF4-FFF2-40B4-BE49-F238E27FC236}">
                <a16:creationId xmlns:a16="http://schemas.microsoft.com/office/drawing/2014/main" id="{A44BB5F0-6856-4711-058C-73C1CBF4646B}"/>
              </a:ext>
            </a:extLst>
          </p:cNvPr>
          <p:cNvSpPr>
            <a:spLocks noGrp="1"/>
          </p:cNvSpPr>
          <p:nvPr>
            <p:ph type="body" sz="quarter" idx="31" hasCustomPrompt="1"/>
          </p:nvPr>
        </p:nvSpPr>
        <p:spPr>
          <a:xfrm>
            <a:off x="7257288" y="4505738"/>
            <a:ext cx="893064" cy="335470"/>
          </a:xfrm>
        </p:spPr>
        <p:txBody>
          <a:bodyPr lIns="91440" tIns="0">
            <a:noAutofit/>
          </a:bodyPr>
          <a:lstStyle>
            <a:lvl1pPr marL="0" indent="0">
              <a:buNone/>
              <a:defRPr sz="2000" cap="all" baseline="0">
                <a:solidFill>
                  <a:schemeClr val="accent5">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6" name="Oval 55">
            <a:extLst>
              <a:ext uri="{FF2B5EF4-FFF2-40B4-BE49-F238E27FC236}">
                <a16:creationId xmlns:a16="http://schemas.microsoft.com/office/drawing/2014/main" id="{1EF56C89-6D7E-4196-72BF-23ACEE823C0C}"/>
              </a:ext>
              <a:ext uri="{C183D7F6-B498-43B3-948B-1728B52AA6E4}">
                <adec:decorative xmlns:adec="http://schemas.microsoft.com/office/drawing/2017/decorative" val="1"/>
              </a:ext>
            </a:extLst>
          </p:cNvPr>
          <p:cNvSpPr/>
          <p:nvPr userDrawn="1"/>
        </p:nvSpPr>
        <p:spPr>
          <a:xfrm>
            <a:off x="8298180" y="4402872"/>
            <a:ext cx="685800" cy="685800"/>
          </a:xfrm>
          <a:prstGeom prst="ellipse">
            <a:avLst/>
          </a:prstGeom>
          <a:noFill/>
          <a:ln w="127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Picture Placeholder 13">
            <a:extLst>
              <a:ext uri="{FF2B5EF4-FFF2-40B4-BE49-F238E27FC236}">
                <a16:creationId xmlns:a16="http://schemas.microsoft.com/office/drawing/2014/main" id="{719C23E4-DE06-6FF4-1BC9-5305DE50D817}"/>
              </a:ext>
            </a:extLst>
          </p:cNvPr>
          <p:cNvSpPr>
            <a:spLocks noGrp="1" noChangeAspect="1"/>
          </p:cNvSpPr>
          <p:nvPr>
            <p:ph type="pic" sz="quarter" idx="38"/>
          </p:nvPr>
        </p:nvSpPr>
        <p:spPr>
          <a:xfrm>
            <a:off x="8412480" y="4517172"/>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2" name="Text Placeholder 11">
            <a:extLst>
              <a:ext uri="{FF2B5EF4-FFF2-40B4-BE49-F238E27FC236}">
                <a16:creationId xmlns:a16="http://schemas.microsoft.com/office/drawing/2014/main" id="{F5A3DA8B-D38B-3994-FE85-0A331FBADADA}"/>
              </a:ext>
            </a:extLst>
          </p:cNvPr>
          <p:cNvSpPr>
            <a:spLocks noGrp="1"/>
          </p:cNvSpPr>
          <p:nvPr>
            <p:ph type="body" sz="quarter" idx="32" hasCustomPrompt="1"/>
          </p:nvPr>
        </p:nvSpPr>
        <p:spPr>
          <a:xfrm>
            <a:off x="7257288"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8" name="Straight Arrow Connector 47">
            <a:extLst>
              <a:ext uri="{FF2B5EF4-FFF2-40B4-BE49-F238E27FC236}">
                <a16:creationId xmlns:a16="http://schemas.microsoft.com/office/drawing/2014/main" id="{A771B152-C165-EE9A-CF25-69B01D93984C}"/>
              </a:ext>
              <a:ext uri="{C183D7F6-B498-43B3-948B-1728B52AA6E4}">
                <adec:decorative xmlns:adec="http://schemas.microsoft.com/office/drawing/2017/decorative" val="1"/>
              </a:ext>
            </a:extLst>
          </p:cNvPr>
          <p:cNvCxnSpPr>
            <a:cxnSpLocks/>
          </p:cNvCxnSpPr>
          <p:nvPr userDrawn="1"/>
        </p:nvCxnSpPr>
        <p:spPr>
          <a:xfrm>
            <a:off x="7333507" y="5377870"/>
            <a:ext cx="1828375" cy="0"/>
          </a:xfrm>
          <a:prstGeom prst="straightConnector1">
            <a:avLst/>
          </a:prstGeom>
          <a:ln w="19050" cap="flat" cmpd="sng" algn="ctr">
            <a:gradFill>
              <a:gsLst>
                <a:gs pos="0">
                  <a:schemeClr val="accent5">
                    <a:lumMod val="60000"/>
                    <a:lumOff val="40000"/>
                  </a:schemeClr>
                </a:gs>
                <a:gs pos="100000">
                  <a:schemeClr val="accent6"/>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Text Placeholder 11">
            <a:extLst>
              <a:ext uri="{FF2B5EF4-FFF2-40B4-BE49-F238E27FC236}">
                <a16:creationId xmlns:a16="http://schemas.microsoft.com/office/drawing/2014/main" id="{D3896BC4-3EFC-36C4-6071-4BF0E987F965}"/>
              </a:ext>
            </a:extLst>
          </p:cNvPr>
          <p:cNvSpPr>
            <a:spLocks noGrp="1"/>
          </p:cNvSpPr>
          <p:nvPr>
            <p:ph type="body" sz="quarter" idx="19" hasCustomPrompt="1"/>
          </p:nvPr>
        </p:nvSpPr>
        <p:spPr>
          <a:xfrm>
            <a:off x="9427464"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4" name="Rectangle 43">
            <a:extLst>
              <a:ext uri="{FF2B5EF4-FFF2-40B4-BE49-F238E27FC236}">
                <a16:creationId xmlns:a16="http://schemas.microsoft.com/office/drawing/2014/main" id="{B6236E29-4894-FD6C-E56F-5B1CBA99A5AC}"/>
              </a:ext>
              <a:ext uri="{C183D7F6-B498-43B3-948B-1728B52AA6E4}">
                <adec:decorative xmlns:adec="http://schemas.microsoft.com/office/drawing/2017/decorative" val="1"/>
              </a:ext>
            </a:extLst>
          </p:cNvPr>
          <p:cNvSpPr/>
          <p:nvPr userDrawn="1"/>
        </p:nvSpPr>
        <p:spPr>
          <a:xfrm>
            <a:off x="9524879" y="3046075"/>
            <a:ext cx="1828635" cy="96903"/>
          </a:xfrm>
          <a:prstGeom prst="rect">
            <a:avLst/>
          </a:prstGeom>
          <a:gradFill>
            <a:gsLst>
              <a:gs pos="0">
                <a:schemeClr val="accent6">
                  <a:lumMod val="60000"/>
                  <a:lumOff val="40000"/>
                </a:schemeClr>
              </a:gs>
              <a:gs pos="100000">
                <a:schemeClr val="accent6">
                  <a:lumMod val="40000"/>
                  <a:lumOff val="6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4" name="Text Placeholder 11">
            <a:extLst>
              <a:ext uri="{FF2B5EF4-FFF2-40B4-BE49-F238E27FC236}">
                <a16:creationId xmlns:a16="http://schemas.microsoft.com/office/drawing/2014/main" id="{4C2DA584-D9BC-7A01-6F48-363C7F6465E3}"/>
              </a:ext>
            </a:extLst>
          </p:cNvPr>
          <p:cNvSpPr>
            <a:spLocks noGrp="1"/>
          </p:cNvSpPr>
          <p:nvPr>
            <p:ph type="body" sz="quarter" idx="24" hasCustomPrompt="1"/>
          </p:nvPr>
        </p:nvSpPr>
        <p:spPr>
          <a:xfrm>
            <a:off x="9427464"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3" name="Text Placeholder 11">
            <a:extLst>
              <a:ext uri="{FF2B5EF4-FFF2-40B4-BE49-F238E27FC236}">
                <a16:creationId xmlns:a16="http://schemas.microsoft.com/office/drawing/2014/main" id="{70C95BBB-511F-F8F5-EF37-C6109C4AF4E0}"/>
              </a:ext>
            </a:extLst>
          </p:cNvPr>
          <p:cNvSpPr>
            <a:spLocks noGrp="1"/>
          </p:cNvSpPr>
          <p:nvPr>
            <p:ph type="body" sz="quarter" idx="33" hasCustomPrompt="1"/>
          </p:nvPr>
        </p:nvSpPr>
        <p:spPr>
          <a:xfrm>
            <a:off x="9448800" y="4505738"/>
            <a:ext cx="893064" cy="335470"/>
          </a:xfrm>
        </p:spPr>
        <p:txBody>
          <a:bodyPr lIns="91440" tIns="0">
            <a:noAutofit/>
          </a:bodyPr>
          <a:lstStyle>
            <a:lvl1pPr marL="0" indent="0">
              <a:buNone/>
              <a:defRPr sz="2000" cap="all" baseline="0">
                <a:solidFill>
                  <a:schemeClr val="accent6">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8" name="Oval 57">
            <a:extLst>
              <a:ext uri="{FF2B5EF4-FFF2-40B4-BE49-F238E27FC236}">
                <a16:creationId xmlns:a16="http://schemas.microsoft.com/office/drawing/2014/main" id="{D0EDAC9C-0C6E-2807-24D5-3E04B5E2109B}"/>
              </a:ext>
              <a:ext uri="{C183D7F6-B498-43B3-948B-1728B52AA6E4}">
                <adec:decorative xmlns:adec="http://schemas.microsoft.com/office/drawing/2017/decorative" val="1"/>
              </a:ext>
            </a:extLst>
          </p:cNvPr>
          <p:cNvSpPr/>
          <p:nvPr userDrawn="1"/>
        </p:nvSpPr>
        <p:spPr>
          <a:xfrm>
            <a:off x="10484738" y="4399153"/>
            <a:ext cx="685800" cy="685800"/>
          </a:xfrm>
          <a:prstGeom prst="ellipse">
            <a:avLst/>
          </a:prstGeom>
          <a:noFill/>
          <a:ln w="127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Picture Placeholder 13">
            <a:extLst>
              <a:ext uri="{FF2B5EF4-FFF2-40B4-BE49-F238E27FC236}">
                <a16:creationId xmlns:a16="http://schemas.microsoft.com/office/drawing/2014/main" id="{B1C0F0FD-844D-CC54-986F-B8522F12B0A5}"/>
              </a:ext>
            </a:extLst>
          </p:cNvPr>
          <p:cNvSpPr>
            <a:spLocks noGrp="1" noChangeAspect="1"/>
          </p:cNvSpPr>
          <p:nvPr>
            <p:ph type="pic" sz="quarter" idx="39"/>
          </p:nvPr>
        </p:nvSpPr>
        <p:spPr>
          <a:xfrm>
            <a:off x="10599038"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4" name="Text Placeholder 11">
            <a:extLst>
              <a:ext uri="{FF2B5EF4-FFF2-40B4-BE49-F238E27FC236}">
                <a16:creationId xmlns:a16="http://schemas.microsoft.com/office/drawing/2014/main" id="{A00816D8-6779-7BDB-52AB-5BD0A2479E4C}"/>
              </a:ext>
            </a:extLst>
          </p:cNvPr>
          <p:cNvSpPr>
            <a:spLocks noGrp="1"/>
          </p:cNvSpPr>
          <p:nvPr>
            <p:ph type="body" sz="quarter" idx="34" hasCustomPrompt="1"/>
          </p:nvPr>
        </p:nvSpPr>
        <p:spPr>
          <a:xfrm>
            <a:off x="9448800"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9" name="Straight Arrow Connector 48">
            <a:extLst>
              <a:ext uri="{FF2B5EF4-FFF2-40B4-BE49-F238E27FC236}">
                <a16:creationId xmlns:a16="http://schemas.microsoft.com/office/drawing/2014/main" id="{D6506AFF-E40E-308E-7907-FBFC4DAAB885}"/>
              </a:ext>
              <a:ext uri="{C183D7F6-B498-43B3-948B-1728B52AA6E4}">
                <adec:decorative xmlns:adec="http://schemas.microsoft.com/office/drawing/2017/decorative" val="1"/>
              </a:ext>
            </a:extLst>
          </p:cNvPr>
          <p:cNvCxnSpPr>
            <a:cxnSpLocks/>
          </p:cNvCxnSpPr>
          <p:nvPr userDrawn="1"/>
        </p:nvCxnSpPr>
        <p:spPr>
          <a:xfrm>
            <a:off x="9524879" y="5376344"/>
            <a:ext cx="1828635" cy="3053"/>
          </a:xfrm>
          <a:prstGeom prst="straightConnector1">
            <a:avLst/>
          </a:prstGeom>
          <a:ln w="19050" cap="flat" cmpd="sng" algn="ctr">
            <a:gradFill>
              <a:gsLst>
                <a:gs pos="0">
                  <a:schemeClr val="accent6"/>
                </a:gs>
                <a:gs pos="100000">
                  <a:schemeClr val="accent6">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Footer Placeholder 4">
            <a:extLst>
              <a:ext uri="{FF2B5EF4-FFF2-40B4-BE49-F238E27FC236}">
                <a16:creationId xmlns:a16="http://schemas.microsoft.com/office/drawing/2014/main" id="{F80A11DE-725C-8DE4-9A24-3718A3D143CD}"/>
              </a:ext>
            </a:extLst>
          </p:cNvPr>
          <p:cNvSpPr>
            <a:spLocks noGrp="1"/>
          </p:cNvSpPr>
          <p:nvPr>
            <p:ph type="ftr" sz="quarter" idx="11"/>
          </p:nvPr>
        </p:nvSpPr>
        <p:spPr>
          <a:xfrm>
            <a:off x="670560" y="6072886"/>
            <a:ext cx="4114800" cy="365125"/>
          </a:xfrm>
          <a:prstGeom prst="rect">
            <a:avLst/>
          </a:prstGeom>
        </p:spPr>
        <p:txBody>
          <a:bodyPr/>
          <a:lstStyle>
            <a:lvl1pPr algn="l">
              <a:defRPr sz="1000" cap="all" baseline="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EC6D8153-A9C6-7A32-CDB7-BF9D7CB1ACD3}"/>
              </a:ext>
            </a:extLst>
          </p:cNvPr>
          <p:cNvSpPr>
            <a:spLocks noGrp="1"/>
          </p:cNvSpPr>
          <p:nvPr>
            <p:ph type="sldNum" sz="quarter" idx="12"/>
          </p:nvPr>
        </p:nvSpPr>
        <p:spPr>
          <a:xfrm>
            <a:off x="8738616" y="6072886"/>
            <a:ext cx="2743200" cy="365125"/>
          </a:xfrm>
          <a:prstGeom prst="rect">
            <a:avLst/>
          </a:prstGeom>
        </p:spPr>
        <p:txBody>
          <a:bodyPr/>
          <a:lstStyle>
            <a:lvl1pPr>
              <a:defRPr sz="1000">
                <a:solidFill>
                  <a:schemeClr val="bg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751510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meline Light">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39F7D1-31ED-4588-7F6B-7214367FBA9F}"/>
              </a:ext>
            </a:extLst>
          </p:cNvPr>
          <p:cNvSpPr>
            <a:spLocks noGrp="1"/>
          </p:cNvSpPr>
          <p:nvPr>
            <p:ph type="title" hasCustomPrompt="1"/>
          </p:nvPr>
        </p:nvSpPr>
        <p:spPr>
          <a:xfrm>
            <a:off x="618744" y="209677"/>
            <a:ext cx="9064752" cy="1097915"/>
          </a:xfrm>
          <a:noFill/>
        </p:spPr>
        <p:txBody>
          <a:bodyPr anchor="b">
            <a:normAutofit/>
          </a:bodyPr>
          <a:lstStyle>
            <a:lvl1pPr>
              <a:defRPr sz="5400">
                <a:solidFill>
                  <a:schemeClr val="tx1"/>
                </a:solidFill>
                <a:latin typeface="+mn-lt"/>
              </a:defRPr>
            </a:lvl1pPr>
          </a:lstStyle>
          <a:p>
            <a:r>
              <a:rPr lang="en-US" dirty="0"/>
              <a:t>Click to add title</a:t>
            </a:r>
          </a:p>
        </p:txBody>
      </p:sp>
      <p:sp>
        <p:nvSpPr>
          <p:cNvPr id="12" name="Text Placeholder 11">
            <a:extLst>
              <a:ext uri="{FF2B5EF4-FFF2-40B4-BE49-F238E27FC236}">
                <a16:creationId xmlns:a16="http://schemas.microsoft.com/office/drawing/2014/main" id="{413A1C6A-339B-343A-B0AD-F761FE910519}"/>
              </a:ext>
            </a:extLst>
          </p:cNvPr>
          <p:cNvSpPr>
            <a:spLocks noGrp="1"/>
          </p:cNvSpPr>
          <p:nvPr>
            <p:ph type="body" sz="quarter" idx="13" hasCustomPrompt="1"/>
          </p:nvPr>
        </p:nvSpPr>
        <p:spPr>
          <a:xfrm>
            <a:off x="618745" y="1344676"/>
            <a:ext cx="9064752" cy="511175"/>
          </a:xfrm>
        </p:spPr>
        <p:txBody>
          <a:bodyPr lIns="164592" tIns="0">
            <a:noAutofit/>
          </a:bodyPr>
          <a:lstStyle>
            <a:lvl1pPr marL="0" indent="0">
              <a:buNone/>
              <a:defRPr sz="1800">
                <a:solidFill>
                  <a:schemeClr val="tx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50" name="Oval 49">
            <a:extLst>
              <a:ext uri="{FF2B5EF4-FFF2-40B4-BE49-F238E27FC236}">
                <a16:creationId xmlns:a16="http://schemas.microsoft.com/office/drawing/2014/main" id="{535829F9-B704-5645-ABE3-F98170E89B44}"/>
              </a:ext>
              <a:ext uri="{C183D7F6-B498-43B3-948B-1728B52AA6E4}">
                <adec:decorative xmlns:adec="http://schemas.microsoft.com/office/drawing/2017/decorative" val="1"/>
              </a:ext>
            </a:extLst>
          </p:cNvPr>
          <p:cNvSpPr/>
          <p:nvPr userDrawn="1"/>
        </p:nvSpPr>
        <p:spPr>
          <a:xfrm>
            <a:off x="10396346" y="585334"/>
            <a:ext cx="1005840" cy="1005840"/>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13">
            <a:extLst>
              <a:ext uri="{FF2B5EF4-FFF2-40B4-BE49-F238E27FC236}">
                <a16:creationId xmlns:a16="http://schemas.microsoft.com/office/drawing/2014/main" id="{5807DD9B-8716-9B22-9F91-88E6071F91D3}"/>
              </a:ext>
            </a:extLst>
          </p:cNvPr>
          <p:cNvSpPr>
            <a:spLocks noGrp="1" noChangeAspect="1"/>
          </p:cNvSpPr>
          <p:nvPr>
            <p:ph type="pic" sz="quarter" idx="14"/>
          </p:nvPr>
        </p:nvSpPr>
        <p:spPr>
          <a:xfrm>
            <a:off x="10487786" y="649342"/>
            <a:ext cx="822960" cy="822960"/>
          </a:xfrm>
          <a:prstGeom prst="ellipse">
            <a:avLst/>
          </a:prstGeom>
          <a:ln w="22225">
            <a:noFill/>
          </a:ln>
        </p:spPr>
        <p:txBody>
          <a:bodyPr lIns="0" tIns="0" rIns="0" bIns="0">
            <a:normAutofit/>
          </a:bodyPr>
          <a:lstStyle>
            <a:lvl1pPr marL="0" indent="0" algn="ctr">
              <a:buNone/>
              <a:defRPr sz="1000">
                <a:solidFill>
                  <a:schemeClr val="tx1"/>
                </a:solidFill>
              </a:defRPr>
            </a:lvl1pPr>
          </a:lstStyle>
          <a:p>
            <a:r>
              <a:rPr lang="en-US"/>
              <a:t>Click icon to add picture</a:t>
            </a:r>
            <a:endParaRPr lang="en-US" dirty="0"/>
          </a:p>
        </p:txBody>
      </p:sp>
      <p:sp>
        <p:nvSpPr>
          <p:cNvPr id="15" name="Text Placeholder 11">
            <a:extLst>
              <a:ext uri="{FF2B5EF4-FFF2-40B4-BE49-F238E27FC236}">
                <a16:creationId xmlns:a16="http://schemas.microsoft.com/office/drawing/2014/main" id="{3465C986-E3D2-97E7-9111-0299F9C3B1D2}"/>
              </a:ext>
            </a:extLst>
          </p:cNvPr>
          <p:cNvSpPr>
            <a:spLocks noGrp="1"/>
          </p:cNvSpPr>
          <p:nvPr>
            <p:ph type="body" sz="quarter" idx="15" hasCustomPrompt="1"/>
          </p:nvPr>
        </p:nvSpPr>
        <p:spPr>
          <a:xfrm>
            <a:off x="673608"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0" name="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753404" y="3046075"/>
            <a:ext cx="1828633" cy="96903"/>
          </a:xfrm>
          <a:prstGeom prst="rect">
            <a:avLst/>
          </a:prstGeom>
          <a:gradFill>
            <a:gsLst>
              <a:gs pos="0">
                <a:schemeClr val="accent1">
                  <a:lumMod val="60000"/>
                  <a:lumOff val="40000"/>
                </a:schemeClr>
              </a:gs>
              <a:gs pos="100000">
                <a:schemeClr val="accent3">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673608"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5" name="Text Placeholder 11">
            <a:extLst>
              <a:ext uri="{FF2B5EF4-FFF2-40B4-BE49-F238E27FC236}">
                <a16:creationId xmlns:a16="http://schemas.microsoft.com/office/drawing/2014/main" id="{70FD3BFF-C0B9-AA50-A3D6-B4A48EEF7513}"/>
              </a:ext>
            </a:extLst>
          </p:cNvPr>
          <p:cNvSpPr>
            <a:spLocks noGrp="1"/>
          </p:cNvSpPr>
          <p:nvPr>
            <p:ph type="body" sz="quarter" idx="25" hasCustomPrompt="1"/>
          </p:nvPr>
        </p:nvSpPr>
        <p:spPr>
          <a:xfrm>
            <a:off x="670560"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1" name="Oval 50">
            <a:extLst>
              <a:ext uri="{FF2B5EF4-FFF2-40B4-BE49-F238E27FC236}">
                <a16:creationId xmlns:a16="http://schemas.microsoft.com/office/drawing/2014/main" id="{EBEE5563-8FF1-7479-E11E-F0144D7533D8}"/>
              </a:ext>
              <a:ext uri="{C183D7F6-B498-43B3-948B-1728B52AA6E4}">
                <adec:decorative xmlns:adec="http://schemas.microsoft.com/office/drawing/2017/decorative" val="1"/>
              </a:ext>
            </a:extLst>
          </p:cNvPr>
          <p:cNvSpPr/>
          <p:nvPr userDrawn="1"/>
        </p:nvSpPr>
        <p:spPr>
          <a:xfrm>
            <a:off x="1682496" y="4399153"/>
            <a:ext cx="685800" cy="685800"/>
          </a:xfrm>
          <a:prstGeom prst="ellipse">
            <a:avLst/>
          </a:prstGeom>
          <a:noFill/>
          <a:ln w="127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13">
            <a:extLst>
              <a:ext uri="{FF2B5EF4-FFF2-40B4-BE49-F238E27FC236}">
                <a16:creationId xmlns:a16="http://schemas.microsoft.com/office/drawing/2014/main" id="{A69C1816-EC8E-961C-AC21-6D86E9C455A1}"/>
              </a:ext>
            </a:extLst>
          </p:cNvPr>
          <p:cNvSpPr>
            <a:spLocks noGrp="1" noChangeAspect="1"/>
          </p:cNvSpPr>
          <p:nvPr>
            <p:ph type="pic" sz="quarter" idx="35"/>
          </p:nvPr>
        </p:nvSpPr>
        <p:spPr>
          <a:xfrm>
            <a:off x="1796796"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26" name="Text Placeholder 11">
            <a:extLst>
              <a:ext uri="{FF2B5EF4-FFF2-40B4-BE49-F238E27FC236}">
                <a16:creationId xmlns:a16="http://schemas.microsoft.com/office/drawing/2014/main" id="{9F9A0E21-E67B-7E2F-ED16-4BABF0781083}"/>
              </a:ext>
            </a:extLst>
          </p:cNvPr>
          <p:cNvSpPr>
            <a:spLocks noGrp="1"/>
          </p:cNvSpPr>
          <p:nvPr>
            <p:ph type="body" sz="quarter" idx="26" hasCustomPrompt="1"/>
          </p:nvPr>
        </p:nvSpPr>
        <p:spPr>
          <a:xfrm>
            <a:off x="670560"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5" name="Straight Arrow Connector 44">
            <a:extLst>
              <a:ext uri="{FF2B5EF4-FFF2-40B4-BE49-F238E27FC236}">
                <a16:creationId xmlns:a16="http://schemas.microsoft.com/office/drawing/2014/main" id="{9CFE922A-6A5A-4DA8-1E44-D80852772091}"/>
              </a:ext>
              <a:ext uri="{C183D7F6-B498-43B3-948B-1728B52AA6E4}">
                <adec:decorative xmlns:adec="http://schemas.microsoft.com/office/drawing/2017/decorative" val="1"/>
              </a:ext>
            </a:extLst>
          </p:cNvPr>
          <p:cNvCxnSpPr>
            <a:cxnSpLocks/>
          </p:cNvCxnSpPr>
          <p:nvPr userDrawn="1"/>
        </p:nvCxnSpPr>
        <p:spPr>
          <a:xfrm>
            <a:off x="753404" y="5377870"/>
            <a:ext cx="1827083" cy="0"/>
          </a:xfrm>
          <a:prstGeom prst="straightConnector1">
            <a:avLst/>
          </a:prstGeom>
          <a:ln w="19050" cap="flat" cmpd="sng" algn="ctr">
            <a:gradFill>
              <a:gsLst>
                <a:gs pos="0">
                  <a:schemeClr val="accent1">
                    <a:lumMod val="75000"/>
                  </a:schemeClr>
                </a:gs>
                <a:gs pos="100000">
                  <a:schemeClr val="accent3">
                    <a:lumMod val="75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11">
            <a:extLst>
              <a:ext uri="{FF2B5EF4-FFF2-40B4-BE49-F238E27FC236}">
                <a16:creationId xmlns:a16="http://schemas.microsoft.com/office/drawing/2014/main" id="{3D56C31D-5FDB-2235-FFF8-2AB6E04C9B1C}"/>
              </a:ext>
            </a:extLst>
          </p:cNvPr>
          <p:cNvSpPr>
            <a:spLocks noGrp="1"/>
          </p:cNvSpPr>
          <p:nvPr>
            <p:ph type="body" sz="quarter" idx="16" hasCustomPrompt="1"/>
          </p:nvPr>
        </p:nvSpPr>
        <p:spPr>
          <a:xfrm>
            <a:off x="2862072"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1" name="Rectangle 40">
            <a:extLst>
              <a:ext uri="{FF2B5EF4-FFF2-40B4-BE49-F238E27FC236}">
                <a16:creationId xmlns:a16="http://schemas.microsoft.com/office/drawing/2014/main" id="{481FC81D-B431-FFA6-47F5-F40C79C53D0A}"/>
              </a:ext>
              <a:ext uri="{C183D7F6-B498-43B3-948B-1728B52AA6E4}">
                <adec:decorative xmlns:adec="http://schemas.microsoft.com/office/drawing/2017/decorative" val="1"/>
              </a:ext>
            </a:extLst>
          </p:cNvPr>
          <p:cNvSpPr/>
          <p:nvPr userDrawn="1"/>
        </p:nvSpPr>
        <p:spPr>
          <a:xfrm>
            <a:off x="2946272" y="3046075"/>
            <a:ext cx="1828633" cy="96903"/>
          </a:xfrm>
          <a:prstGeom prst="rect">
            <a:avLst/>
          </a:prstGeom>
          <a:gradFill>
            <a:gsLst>
              <a:gs pos="0">
                <a:schemeClr val="accent3">
                  <a:lumMod val="60000"/>
                  <a:lumOff val="40000"/>
                </a:schemeClr>
              </a:gs>
              <a:gs pos="100000">
                <a:schemeClr val="accent2">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1" name="Text Placeholder 11">
            <a:extLst>
              <a:ext uri="{FF2B5EF4-FFF2-40B4-BE49-F238E27FC236}">
                <a16:creationId xmlns:a16="http://schemas.microsoft.com/office/drawing/2014/main" id="{B16A2860-4464-B092-801E-255A6B7DF3E4}"/>
              </a:ext>
            </a:extLst>
          </p:cNvPr>
          <p:cNvSpPr>
            <a:spLocks noGrp="1"/>
          </p:cNvSpPr>
          <p:nvPr>
            <p:ph type="body" sz="quarter" idx="21" hasCustomPrompt="1"/>
          </p:nvPr>
        </p:nvSpPr>
        <p:spPr>
          <a:xfrm>
            <a:off x="2862072"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7" name="Text Placeholder 11">
            <a:extLst>
              <a:ext uri="{FF2B5EF4-FFF2-40B4-BE49-F238E27FC236}">
                <a16:creationId xmlns:a16="http://schemas.microsoft.com/office/drawing/2014/main" id="{3B992882-DF57-9DAF-2532-06C30C2D9F16}"/>
              </a:ext>
            </a:extLst>
          </p:cNvPr>
          <p:cNvSpPr>
            <a:spLocks noGrp="1"/>
          </p:cNvSpPr>
          <p:nvPr>
            <p:ph type="body" sz="quarter" idx="27" hasCustomPrompt="1"/>
          </p:nvPr>
        </p:nvSpPr>
        <p:spPr>
          <a:xfrm>
            <a:off x="2862072"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2" name="Oval 51">
            <a:extLst>
              <a:ext uri="{FF2B5EF4-FFF2-40B4-BE49-F238E27FC236}">
                <a16:creationId xmlns:a16="http://schemas.microsoft.com/office/drawing/2014/main" id="{2E63250C-AB2E-9D56-C26C-1E211DFAD534}"/>
              </a:ext>
              <a:ext uri="{C183D7F6-B498-43B3-948B-1728B52AA6E4}">
                <adec:decorative xmlns:adec="http://schemas.microsoft.com/office/drawing/2017/decorative" val="1"/>
              </a:ext>
            </a:extLst>
          </p:cNvPr>
          <p:cNvSpPr/>
          <p:nvPr userDrawn="1"/>
        </p:nvSpPr>
        <p:spPr>
          <a:xfrm>
            <a:off x="3887724" y="4399153"/>
            <a:ext cx="685800" cy="685800"/>
          </a:xfrm>
          <a:prstGeom prst="ellipse">
            <a:avLst/>
          </a:prstGeom>
          <a:no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Picture Placeholder 13">
            <a:extLst>
              <a:ext uri="{FF2B5EF4-FFF2-40B4-BE49-F238E27FC236}">
                <a16:creationId xmlns:a16="http://schemas.microsoft.com/office/drawing/2014/main" id="{50C6734A-2661-863D-C8B6-6A4DBC588FE4}"/>
              </a:ext>
            </a:extLst>
          </p:cNvPr>
          <p:cNvSpPr>
            <a:spLocks noGrp="1" noChangeAspect="1"/>
          </p:cNvSpPr>
          <p:nvPr>
            <p:ph type="pic" sz="quarter" idx="36"/>
          </p:nvPr>
        </p:nvSpPr>
        <p:spPr>
          <a:xfrm>
            <a:off x="4002024"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28" name="Text Placeholder 11">
            <a:extLst>
              <a:ext uri="{FF2B5EF4-FFF2-40B4-BE49-F238E27FC236}">
                <a16:creationId xmlns:a16="http://schemas.microsoft.com/office/drawing/2014/main" id="{50D7755C-4D0B-D8A7-6235-8E606B39F3AB}"/>
              </a:ext>
            </a:extLst>
          </p:cNvPr>
          <p:cNvSpPr>
            <a:spLocks noGrp="1"/>
          </p:cNvSpPr>
          <p:nvPr>
            <p:ph type="body" sz="quarter" idx="28" hasCustomPrompt="1"/>
          </p:nvPr>
        </p:nvSpPr>
        <p:spPr>
          <a:xfrm>
            <a:off x="2862072"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6" name="Straight Arrow Connector 45">
            <a:extLst>
              <a:ext uri="{FF2B5EF4-FFF2-40B4-BE49-F238E27FC236}">
                <a16:creationId xmlns:a16="http://schemas.microsoft.com/office/drawing/2014/main" id="{76330766-86D4-F436-F65D-07EF389BF5F5}"/>
              </a:ext>
              <a:ext uri="{C183D7F6-B498-43B3-948B-1728B52AA6E4}">
                <adec:decorative xmlns:adec="http://schemas.microsoft.com/office/drawing/2017/decorative" val="1"/>
              </a:ext>
            </a:extLst>
          </p:cNvPr>
          <p:cNvCxnSpPr>
            <a:cxnSpLocks/>
          </p:cNvCxnSpPr>
          <p:nvPr userDrawn="1"/>
        </p:nvCxnSpPr>
        <p:spPr>
          <a:xfrm>
            <a:off x="2943485" y="5377870"/>
            <a:ext cx="1836387" cy="0"/>
          </a:xfrm>
          <a:prstGeom prst="straightConnector1">
            <a:avLst/>
          </a:prstGeom>
          <a:ln w="19050" cap="flat" cmpd="sng" algn="ctr">
            <a:gradFill>
              <a:gsLst>
                <a:gs pos="0">
                  <a:schemeClr val="accent3">
                    <a:lumMod val="75000"/>
                  </a:schemeClr>
                </a:gs>
                <a:gs pos="100000">
                  <a:schemeClr val="accent2"/>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 Placeholder 11">
            <a:extLst>
              <a:ext uri="{FF2B5EF4-FFF2-40B4-BE49-F238E27FC236}">
                <a16:creationId xmlns:a16="http://schemas.microsoft.com/office/drawing/2014/main" id="{A540E06E-3F2B-A3DC-320A-8C968AC4350E}"/>
              </a:ext>
            </a:extLst>
          </p:cNvPr>
          <p:cNvSpPr>
            <a:spLocks noGrp="1"/>
          </p:cNvSpPr>
          <p:nvPr>
            <p:ph type="body" sz="quarter" idx="17" hasCustomPrompt="1"/>
          </p:nvPr>
        </p:nvSpPr>
        <p:spPr>
          <a:xfrm>
            <a:off x="5050536"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2" name="Rectangle 41">
            <a:extLst>
              <a:ext uri="{FF2B5EF4-FFF2-40B4-BE49-F238E27FC236}">
                <a16:creationId xmlns:a16="http://schemas.microsoft.com/office/drawing/2014/main" id="{F46BB721-1D88-1A03-1D55-5C79942C7137}"/>
              </a:ext>
              <a:ext uri="{C183D7F6-B498-43B3-948B-1728B52AA6E4}">
                <adec:decorative xmlns:adec="http://schemas.microsoft.com/office/drawing/2017/decorative" val="1"/>
              </a:ext>
            </a:extLst>
          </p:cNvPr>
          <p:cNvSpPr/>
          <p:nvPr userDrawn="1"/>
        </p:nvSpPr>
        <p:spPr>
          <a:xfrm>
            <a:off x="5139140" y="3046075"/>
            <a:ext cx="1828634" cy="96903"/>
          </a:xfrm>
          <a:prstGeom prst="rect">
            <a:avLst/>
          </a:prstGeom>
          <a:gradFill>
            <a:gsLst>
              <a:gs pos="0">
                <a:schemeClr val="accent2">
                  <a:lumMod val="60000"/>
                  <a:lumOff val="40000"/>
                </a:schemeClr>
              </a:gs>
              <a:gs pos="100000">
                <a:schemeClr val="accent5">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2" name="Text Placeholder 11">
            <a:extLst>
              <a:ext uri="{FF2B5EF4-FFF2-40B4-BE49-F238E27FC236}">
                <a16:creationId xmlns:a16="http://schemas.microsoft.com/office/drawing/2014/main" id="{51307C43-6072-93E9-BF1D-64D42AE2A524}"/>
              </a:ext>
            </a:extLst>
          </p:cNvPr>
          <p:cNvSpPr>
            <a:spLocks noGrp="1"/>
          </p:cNvSpPr>
          <p:nvPr>
            <p:ph type="body" sz="quarter" idx="22" hasCustomPrompt="1"/>
          </p:nvPr>
        </p:nvSpPr>
        <p:spPr>
          <a:xfrm>
            <a:off x="5050536"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9" name="Text Placeholder 11">
            <a:extLst>
              <a:ext uri="{FF2B5EF4-FFF2-40B4-BE49-F238E27FC236}">
                <a16:creationId xmlns:a16="http://schemas.microsoft.com/office/drawing/2014/main" id="{7CBDAD5E-0048-0813-47FC-FFE93F191C5B}"/>
              </a:ext>
            </a:extLst>
          </p:cNvPr>
          <p:cNvSpPr>
            <a:spLocks noGrp="1"/>
          </p:cNvSpPr>
          <p:nvPr>
            <p:ph type="body" sz="quarter" idx="29" hasCustomPrompt="1"/>
          </p:nvPr>
        </p:nvSpPr>
        <p:spPr>
          <a:xfrm>
            <a:off x="5065776"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4" name="Oval 53">
            <a:extLst>
              <a:ext uri="{FF2B5EF4-FFF2-40B4-BE49-F238E27FC236}">
                <a16:creationId xmlns:a16="http://schemas.microsoft.com/office/drawing/2014/main" id="{60D4CBD1-AAC9-3F04-3F49-E8579F6F7ABE}"/>
              </a:ext>
              <a:ext uri="{C183D7F6-B498-43B3-948B-1728B52AA6E4}">
                <adec:decorative xmlns:adec="http://schemas.microsoft.com/office/drawing/2017/decorative" val="1"/>
              </a:ext>
            </a:extLst>
          </p:cNvPr>
          <p:cNvSpPr/>
          <p:nvPr userDrawn="1"/>
        </p:nvSpPr>
        <p:spPr>
          <a:xfrm>
            <a:off x="6092952" y="4402872"/>
            <a:ext cx="685800" cy="685800"/>
          </a:xfrm>
          <a:prstGeom prst="ellipse">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Picture Placeholder 13">
            <a:extLst>
              <a:ext uri="{FF2B5EF4-FFF2-40B4-BE49-F238E27FC236}">
                <a16:creationId xmlns:a16="http://schemas.microsoft.com/office/drawing/2014/main" id="{F154717D-74D1-298B-EF00-6CCA65AA969B}"/>
              </a:ext>
            </a:extLst>
          </p:cNvPr>
          <p:cNvSpPr>
            <a:spLocks noGrp="1" noChangeAspect="1"/>
          </p:cNvSpPr>
          <p:nvPr>
            <p:ph type="pic" sz="quarter" idx="37"/>
          </p:nvPr>
        </p:nvSpPr>
        <p:spPr>
          <a:xfrm>
            <a:off x="6207252" y="4517172"/>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0" name="Text Placeholder 11">
            <a:extLst>
              <a:ext uri="{FF2B5EF4-FFF2-40B4-BE49-F238E27FC236}">
                <a16:creationId xmlns:a16="http://schemas.microsoft.com/office/drawing/2014/main" id="{3A23A057-C011-EB28-4869-A73F2E3B3394}"/>
              </a:ext>
            </a:extLst>
          </p:cNvPr>
          <p:cNvSpPr>
            <a:spLocks noGrp="1"/>
          </p:cNvSpPr>
          <p:nvPr>
            <p:ph type="body" sz="quarter" idx="30" hasCustomPrompt="1"/>
          </p:nvPr>
        </p:nvSpPr>
        <p:spPr>
          <a:xfrm>
            <a:off x="5065776"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7" name="Straight Arrow Connector 46">
            <a:extLst>
              <a:ext uri="{FF2B5EF4-FFF2-40B4-BE49-F238E27FC236}">
                <a16:creationId xmlns:a16="http://schemas.microsoft.com/office/drawing/2014/main" id="{EF51B736-1CC5-842A-AFEB-68B18931713C}"/>
              </a:ext>
              <a:ext uri="{C183D7F6-B498-43B3-948B-1728B52AA6E4}">
                <adec:decorative xmlns:adec="http://schemas.microsoft.com/office/drawing/2017/decorative" val="1"/>
              </a:ext>
            </a:extLst>
          </p:cNvPr>
          <p:cNvCxnSpPr>
            <a:cxnSpLocks/>
          </p:cNvCxnSpPr>
          <p:nvPr userDrawn="1"/>
        </p:nvCxnSpPr>
        <p:spPr>
          <a:xfrm>
            <a:off x="5142870" y="5377870"/>
            <a:ext cx="1827639" cy="0"/>
          </a:xfrm>
          <a:prstGeom prst="straightConnector1">
            <a:avLst/>
          </a:prstGeom>
          <a:ln w="19050" cap="flat" cmpd="sng" algn="ctr">
            <a:gradFill>
              <a:gsLst>
                <a:gs pos="0">
                  <a:schemeClr val="accent2"/>
                </a:gs>
                <a:gs pos="100000">
                  <a:schemeClr val="accent5">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 Placeholder 11">
            <a:extLst>
              <a:ext uri="{FF2B5EF4-FFF2-40B4-BE49-F238E27FC236}">
                <a16:creationId xmlns:a16="http://schemas.microsoft.com/office/drawing/2014/main" id="{716EA8F4-B9C4-991F-0EBC-D79877AD4680}"/>
              </a:ext>
            </a:extLst>
          </p:cNvPr>
          <p:cNvSpPr>
            <a:spLocks noGrp="1"/>
          </p:cNvSpPr>
          <p:nvPr>
            <p:ph type="body" sz="quarter" idx="18" hasCustomPrompt="1"/>
          </p:nvPr>
        </p:nvSpPr>
        <p:spPr>
          <a:xfrm>
            <a:off x="7239000"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3" name="Rectangle 42">
            <a:extLst>
              <a:ext uri="{FF2B5EF4-FFF2-40B4-BE49-F238E27FC236}">
                <a16:creationId xmlns:a16="http://schemas.microsoft.com/office/drawing/2014/main" id="{3B68F5A8-E314-7C7A-6CB2-3036DF2A8EFC}"/>
              </a:ext>
              <a:ext uri="{C183D7F6-B498-43B3-948B-1728B52AA6E4}">
                <adec:decorative xmlns:adec="http://schemas.microsoft.com/office/drawing/2017/decorative" val="1"/>
              </a:ext>
            </a:extLst>
          </p:cNvPr>
          <p:cNvSpPr/>
          <p:nvPr userDrawn="1"/>
        </p:nvSpPr>
        <p:spPr>
          <a:xfrm>
            <a:off x="7332009" y="3046075"/>
            <a:ext cx="1828635" cy="96903"/>
          </a:xfrm>
          <a:prstGeom prst="rect">
            <a:avLst/>
          </a:prstGeom>
          <a:gradFill>
            <a:gsLst>
              <a:gs pos="0">
                <a:schemeClr val="accent5">
                  <a:lumMod val="60000"/>
                  <a:lumOff val="40000"/>
                </a:schemeClr>
              </a:gs>
              <a:gs pos="100000">
                <a:schemeClr val="accent6">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3" name="Text Placeholder 11">
            <a:extLst>
              <a:ext uri="{FF2B5EF4-FFF2-40B4-BE49-F238E27FC236}">
                <a16:creationId xmlns:a16="http://schemas.microsoft.com/office/drawing/2014/main" id="{5A57C80F-4C30-26E1-B38B-3D7238EC9A49}"/>
              </a:ext>
            </a:extLst>
          </p:cNvPr>
          <p:cNvSpPr>
            <a:spLocks noGrp="1"/>
          </p:cNvSpPr>
          <p:nvPr>
            <p:ph type="body" sz="quarter" idx="23" hasCustomPrompt="1"/>
          </p:nvPr>
        </p:nvSpPr>
        <p:spPr>
          <a:xfrm>
            <a:off x="7239000"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1" name="Text Placeholder 11">
            <a:extLst>
              <a:ext uri="{FF2B5EF4-FFF2-40B4-BE49-F238E27FC236}">
                <a16:creationId xmlns:a16="http://schemas.microsoft.com/office/drawing/2014/main" id="{A44BB5F0-6856-4711-058C-73C1CBF4646B}"/>
              </a:ext>
            </a:extLst>
          </p:cNvPr>
          <p:cNvSpPr>
            <a:spLocks noGrp="1"/>
          </p:cNvSpPr>
          <p:nvPr>
            <p:ph type="body" sz="quarter" idx="31" hasCustomPrompt="1"/>
          </p:nvPr>
        </p:nvSpPr>
        <p:spPr>
          <a:xfrm>
            <a:off x="7257288"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6" name="Oval 55">
            <a:extLst>
              <a:ext uri="{FF2B5EF4-FFF2-40B4-BE49-F238E27FC236}">
                <a16:creationId xmlns:a16="http://schemas.microsoft.com/office/drawing/2014/main" id="{1EF56C89-6D7E-4196-72BF-23ACEE823C0C}"/>
              </a:ext>
              <a:ext uri="{C183D7F6-B498-43B3-948B-1728B52AA6E4}">
                <adec:decorative xmlns:adec="http://schemas.microsoft.com/office/drawing/2017/decorative" val="1"/>
              </a:ext>
            </a:extLst>
          </p:cNvPr>
          <p:cNvSpPr/>
          <p:nvPr userDrawn="1"/>
        </p:nvSpPr>
        <p:spPr>
          <a:xfrm>
            <a:off x="8298180" y="4402872"/>
            <a:ext cx="685800" cy="685800"/>
          </a:xfrm>
          <a:prstGeom prst="ellipse">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Picture Placeholder 13">
            <a:extLst>
              <a:ext uri="{FF2B5EF4-FFF2-40B4-BE49-F238E27FC236}">
                <a16:creationId xmlns:a16="http://schemas.microsoft.com/office/drawing/2014/main" id="{719C23E4-DE06-6FF4-1BC9-5305DE50D817}"/>
              </a:ext>
            </a:extLst>
          </p:cNvPr>
          <p:cNvSpPr>
            <a:spLocks noGrp="1" noChangeAspect="1"/>
          </p:cNvSpPr>
          <p:nvPr>
            <p:ph type="pic" sz="quarter" idx="38"/>
          </p:nvPr>
        </p:nvSpPr>
        <p:spPr>
          <a:xfrm>
            <a:off x="8412480" y="4517172"/>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2" name="Text Placeholder 11">
            <a:extLst>
              <a:ext uri="{FF2B5EF4-FFF2-40B4-BE49-F238E27FC236}">
                <a16:creationId xmlns:a16="http://schemas.microsoft.com/office/drawing/2014/main" id="{F5A3DA8B-D38B-3994-FE85-0A331FBADADA}"/>
              </a:ext>
            </a:extLst>
          </p:cNvPr>
          <p:cNvSpPr>
            <a:spLocks noGrp="1"/>
          </p:cNvSpPr>
          <p:nvPr>
            <p:ph type="body" sz="quarter" idx="32" hasCustomPrompt="1"/>
          </p:nvPr>
        </p:nvSpPr>
        <p:spPr>
          <a:xfrm>
            <a:off x="7257288"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8" name="Straight Arrow Connector 47">
            <a:extLst>
              <a:ext uri="{FF2B5EF4-FFF2-40B4-BE49-F238E27FC236}">
                <a16:creationId xmlns:a16="http://schemas.microsoft.com/office/drawing/2014/main" id="{A771B152-C165-EE9A-CF25-69B01D93984C}"/>
              </a:ext>
              <a:ext uri="{C183D7F6-B498-43B3-948B-1728B52AA6E4}">
                <adec:decorative xmlns:adec="http://schemas.microsoft.com/office/drawing/2017/decorative" val="1"/>
              </a:ext>
            </a:extLst>
          </p:cNvPr>
          <p:cNvCxnSpPr>
            <a:cxnSpLocks/>
          </p:cNvCxnSpPr>
          <p:nvPr userDrawn="1"/>
        </p:nvCxnSpPr>
        <p:spPr>
          <a:xfrm>
            <a:off x="7333507" y="5377870"/>
            <a:ext cx="1828375" cy="0"/>
          </a:xfrm>
          <a:prstGeom prst="straightConnector1">
            <a:avLst/>
          </a:prstGeom>
          <a:ln w="19050" cap="flat" cmpd="sng" algn="ctr">
            <a:gradFill>
              <a:gsLst>
                <a:gs pos="0">
                  <a:schemeClr val="accent5">
                    <a:lumMod val="60000"/>
                    <a:lumOff val="40000"/>
                  </a:schemeClr>
                </a:gs>
                <a:gs pos="100000">
                  <a:schemeClr val="accent6"/>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Text Placeholder 11">
            <a:extLst>
              <a:ext uri="{FF2B5EF4-FFF2-40B4-BE49-F238E27FC236}">
                <a16:creationId xmlns:a16="http://schemas.microsoft.com/office/drawing/2014/main" id="{D3896BC4-3EFC-36C4-6071-4BF0E987F965}"/>
              </a:ext>
            </a:extLst>
          </p:cNvPr>
          <p:cNvSpPr>
            <a:spLocks noGrp="1"/>
          </p:cNvSpPr>
          <p:nvPr>
            <p:ph type="body" sz="quarter" idx="19" hasCustomPrompt="1"/>
          </p:nvPr>
        </p:nvSpPr>
        <p:spPr>
          <a:xfrm>
            <a:off x="9427464"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4" name="Rectangle 43">
            <a:extLst>
              <a:ext uri="{FF2B5EF4-FFF2-40B4-BE49-F238E27FC236}">
                <a16:creationId xmlns:a16="http://schemas.microsoft.com/office/drawing/2014/main" id="{B6236E29-4894-FD6C-E56F-5B1CBA99A5AC}"/>
              </a:ext>
              <a:ext uri="{C183D7F6-B498-43B3-948B-1728B52AA6E4}">
                <adec:decorative xmlns:adec="http://schemas.microsoft.com/office/drawing/2017/decorative" val="1"/>
              </a:ext>
            </a:extLst>
          </p:cNvPr>
          <p:cNvSpPr/>
          <p:nvPr userDrawn="1"/>
        </p:nvSpPr>
        <p:spPr>
          <a:xfrm>
            <a:off x="9524879" y="3046075"/>
            <a:ext cx="1828635" cy="96903"/>
          </a:xfrm>
          <a:prstGeom prst="rect">
            <a:avLst/>
          </a:prstGeom>
          <a:gradFill>
            <a:gsLst>
              <a:gs pos="0">
                <a:schemeClr val="accent6">
                  <a:lumMod val="60000"/>
                  <a:lumOff val="40000"/>
                </a:schemeClr>
              </a:gs>
              <a:gs pos="100000">
                <a:schemeClr val="accent6">
                  <a:lumMod val="40000"/>
                  <a:lumOff val="6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4" name="Text Placeholder 11">
            <a:extLst>
              <a:ext uri="{FF2B5EF4-FFF2-40B4-BE49-F238E27FC236}">
                <a16:creationId xmlns:a16="http://schemas.microsoft.com/office/drawing/2014/main" id="{4C2DA584-D9BC-7A01-6F48-363C7F6465E3}"/>
              </a:ext>
            </a:extLst>
          </p:cNvPr>
          <p:cNvSpPr>
            <a:spLocks noGrp="1"/>
          </p:cNvSpPr>
          <p:nvPr>
            <p:ph type="body" sz="quarter" idx="24" hasCustomPrompt="1"/>
          </p:nvPr>
        </p:nvSpPr>
        <p:spPr>
          <a:xfrm>
            <a:off x="9427464"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3" name="Text Placeholder 11">
            <a:extLst>
              <a:ext uri="{FF2B5EF4-FFF2-40B4-BE49-F238E27FC236}">
                <a16:creationId xmlns:a16="http://schemas.microsoft.com/office/drawing/2014/main" id="{70C95BBB-511F-F8F5-EF37-C6109C4AF4E0}"/>
              </a:ext>
            </a:extLst>
          </p:cNvPr>
          <p:cNvSpPr>
            <a:spLocks noGrp="1"/>
          </p:cNvSpPr>
          <p:nvPr>
            <p:ph type="body" sz="quarter" idx="33" hasCustomPrompt="1"/>
          </p:nvPr>
        </p:nvSpPr>
        <p:spPr>
          <a:xfrm>
            <a:off x="9448800"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8" name="Oval 57">
            <a:extLst>
              <a:ext uri="{FF2B5EF4-FFF2-40B4-BE49-F238E27FC236}">
                <a16:creationId xmlns:a16="http://schemas.microsoft.com/office/drawing/2014/main" id="{D0EDAC9C-0C6E-2807-24D5-3E04B5E2109B}"/>
              </a:ext>
              <a:ext uri="{C183D7F6-B498-43B3-948B-1728B52AA6E4}">
                <adec:decorative xmlns:adec="http://schemas.microsoft.com/office/drawing/2017/decorative" val="1"/>
              </a:ext>
            </a:extLst>
          </p:cNvPr>
          <p:cNvSpPr/>
          <p:nvPr userDrawn="1"/>
        </p:nvSpPr>
        <p:spPr>
          <a:xfrm>
            <a:off x="10484738" y="4399153"/>
            <a:ext cx="685800" cy="685800"/>
          </a:xfrm>
          <a:prstGeom prst="ellipse">
            <a:avLst/>
          </a:prstGeom>
          <a:noFill/>
          <a:ln w="127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Picture Placeholder 13">
            <a:extLst>
              <a:ext uri="{FF2B5EF4-FFF2-40B4-BE49-F238E27FC236}">
                <a16:creationId xmlns:a16="http://schemas.microsoft.com/office/drawing/2014/main" id="{B1C0F0FD-844D-CC54-986F-B8522F12B0A5}"/>
              </a:ext>
            </a:extLst>
          </p:cNvPr>
          <p:cNvSpPr>
            <a:spLocks noGrp="1" noChangeAspect="1"/>
          </p:cNvSpPr>
          <p:nvPr>
            <p:ph type="pic" sz="quarter" idx="39"/>
          </p:nvPr>
        </p:nvSpPr>
        <p:spPr>
          <a:xfrm>
            <a:off x="10599038"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4" name="Text Placeholder 11">
            <a:extLst>
              <a:ext uri="{FF2B5EF4-FFF2-40B4-BE49-F238E27FC236}">
                <a16:creationId xmlns:a16="http://schemas.microsoft.com/office/drawing/2014/main" id="{A00816D8-6779-7BDB-52AB-5BD0A2479E4C}"/>
              </a:ext>
            </a:extLst>
          </p:cNvPr>
          <p:cNvSpPr>
            <a:spLocks noGrp="1"/>
          </p:cNvSpPr>
          <p:nvPr>
            <p:ph type="body" sz="quarter" idx="34" hasCustomPrompt="1"/>
          </p:nvPr>
        </p:nvSpPr>
        <p:spPr>
          <a:xfrm>
            <a:off x="9448800"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9" name="Straight Arrow Connector 48">
            <a:extLst>
              <a:ext uri="{FF2B5EF4-FFF2-40B4-BE49-F238E27FC236}">
                <a16:creationId xmlns:a16="http://schemas.microsoft.com/office/drawing/2014/main" id="{D6506AFF-E40E-308E-7907-FBFC4DAAB885}"/>
              </a:ext>
              <a:ext uri="{C183D7F6-B498-43B3-948B-1728B52AA6E4}">
                <adec:decorative xmlns:adec="http://schemas.microsoft.com/office/drawing/2017/decorative" val="1"/>
              </a:ext>
            </a:extLst>
          </p:cNvPr>
          <p:cNvCxnSpPr>
            <a:cxnSpLocks/>
          </p:cNvCxnSpPr>
          <p:nvPr userDrawn="1"/>
        </p:nvCxnSpPr>
        <p:spPr>
          <a:xfrm>
            <a:off x="9524879" y="5376344"/>
            <a:ext cx="1828635" cy="3053"/>
          </a:xfrm>
          <a:prstGeom prst="straightConnector1">
            <a:avLst/>
          </a:prstGeom>
          <a:ln w="19050" cap="flat" cmpd="sng" algn="ctr">
            <a:gradFill>
              <a:gsLst>
                <a:gs pos="0">
                  <a:schemeClr val="accent6"/>
                </a:gs>
                <a:gs pos="100000">
                  <a:schemeClr val="accent6">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Footer Placeholder 4">
            <a:extLst>
              <a:ext uri="{FF2B5EF4-FFF2-40B4-BE49-F238E27FC236}">
                <a16:creationId xmlns:a16="http://schemas.microsoft.com/office/drawing/2014/main" id="{F80A11DE-725C-8DE4-9A24-3718A3D143CD}"/>
              </a:ext>
            </a:extLst>
          </p:cNvPr>
          <p:cNvSpPr>
            <a:spLocks noGrp="1"/>
          </p:cNvSpPr>
          <p:nvPr>
            <p:ph type="ftr" sz="quarter" idx="11"/>
          </p:nvPr>
        </p:nvSpPr>
        <p:spPr>
          <a:xfrm>
            <a:off x="670560" y="6072886"/>
            <a:ext cx="4114800" cy="365125"/>
          </a:xfrm>
          <a:prstGeom prst="rect">
            <a:avLst/>
          </a:prstGeom>
        </p:spPr>
        <p:txBody>
          <a:bodyPr/>
          <a:lstStyle>
            <a:lvl1pPr algn="l">
              <a:defRPr sz="1000" cap="all"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EC6D8153-A9C6-7A32-CDB7-BF9D7CB1ACD3}"/>
              </a:ext>
            </a:extLst>
          </p:cNvPr>
          <p:cNvSpPr>
            <a:spLocks noGrp="1"/>
          </p:cNvSpPr>
          <p:nvPr>
            <p:ph type="sldNum" sz="quarter" idx="12"/>
          </p:nvPr>
        </p:nvSpPr>
        <p:spPr>
          <a:xfrm>
            <a:off x="8738616" y="6072886"/>
            <a:ext cx="2743200" cy="365125"/>
          </a:xfrm>
          <a:prstGeom prst="rect">
            <a:avLst/>
          </a:prstGeom>
        </p:spPr>
        <p:txBody>
          <a:bodyPr/>
          <a:lstStyle>
            <a:lvl1pPr>
              <a:defRPr sz="1000">
                <a:solidFill>
                  <a:schemeClr val="tx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15644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310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235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5B3CF9-F6C1-EAC2-6ED5-F21274EDAC42}"/>
              </a:ext>
            </a:extLst>
          </p:cNvPr>
          <p:cNvSpPr>
            <a:spLocks noGrp="1"/>
          </p:cNvSpPr>
          <p:nvPr>
            <p:ph type="title"/>
          </p:nvPr>
        </p:nvSpPr>
        <p:spPr>
          <a:xfrm>
            <a:off x="594804" y="365125"/>
            <a:ext cx="1088701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484AFB-9D3B-E902-0E64-B953D0E5C9E9}"/>
              </a:ext>
            </a:extLst>
          </p:cNvPr>
          <p:cNvSpPr>
            <a:spLocks noGrp="1"/>
          </p:cNvSpPr>
          <p:nvPr>
            <p:ph type="body" idx="1"/>
          </p:nvPr>
        </p:nvSpPr>
        <p:spPr>
          <a:xfrm>
            <a:off x="594804" y="1825625"/>
            <a:ext cx="10887012" cy="41135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54D8918F-6808-DDE5-4A7C-495DAC248971}"/>
              </a:ext>
            </a:extLst>
          </p:cNvPr>
          <p:cNvSpPr>
            <a:spLocks noGrp="1"/>
          </p:cNvSpPr>
          <p:nvPr>
            <p:ph type="ftr" sz="quarter" idx="3"/>
          </p:nvPr>
        </p:nvSpPr>
        <p:spPr>
          <a:xfrm>
            <a:off x="670560" y="6072886"/>
            <a:ext cx="4114800" cy="365125"/>
          </a:xfrm>
          <a:prstGeom prst="rect">
            <a:avLst/>
          </a:prstGeom>
        </p:spPr>
        <p:txBody>
          <a:bodyPr/>
          <a:lstStyle>
            <a:lvl1pPr algn="l">
              <a:defRPr sz="1000" cap="all" baseline="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2BAE7F7-F858-A80B-8F72-EFA0C33C1006}"/>
              </a:ext>
            </a:extLst>
          </p:cNvPr>
          <p:cNvSpPr>
            <a:spLocks noGrp="1"/>
          </p:cNvSpPr>
          <p:nvPr>
            <p:ph type="sldNum" sz="quarter" idx="4"/>
          </p:nvPr>
        </p:nvSpPr>
        <p:spPr>
          <a:xfrm>
            <a:off x="8738616" y="6072886"/>
            <a:ext cx="2743200" cy="365125"/>
          </a:xfrm>
          <a:prstGeom prst="rect">
            <a:avLst/>
          </a:prstGeom>
        </p:spPr>
        <p:txBody>
          <a:bodyPr/>
          <a:lstStyle>
            <a:lvl1pPr algn="r">
              <a:defRPr sz="1000">
                <a:solidFill>
                  <a:schemeClr val="tx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112531919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092662"/>
      </p:ext>
    </p:extLst>
  </p:cSld>
  <p:clrMap bg1="lt1" tx1="dk1" bg2="lt2" tx2="dk2" accent1="accent1" accent2="accent2" accent3="accent3" accent4="accent4" accent5="accent5" accent6="accent6" hlink="hlink" folHlink="folHlink"/>
  <p:sldLayoutIdLst>
    <p:sldLayoutId id="214748366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guerrero777/Capstone_2.git"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mailto:sguerrero@my.yearupunited.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p:cNvGrpSpPr/>
        <p:nvPr/>
      </p:nvGrpSpPr>
      <p:grpSpPr>
        <a:xfrm>
          <a:off x="0" y="0"/>
          <a:ext cx="0" cy="0"/>
          <a:chOff x="0" y="0"/>
          <a:chExt cx="0" cy="0"/>
        </a:xfrm>
      </p:grpSpPr>
      <p:sp>
        <p:nvSpPr>
          <p:cNvPr id="2" name="Text 0"/>
          <p:cNvSpPr/>
          <p:nvPr/>
        </p:nvSpPr>
        <p:spPr>
          <a:xfrm>
            <a:off x="457200" y="457200"/>
            <a:ext cx="9144000" cy="457200"/>
          </a:xfrm>
          <a:prstGeom prst="rect">
            <a:avLst/>
          </a:prstGeom>
          <a:noFill/>
          <a:ln/>
        </p:spPr>
        <p:txBody>
          <a:bodyPr wrap="square" rtlCol="0" anchor="ctr"/>
          <a:lstStyle/>
          <a:p>
            <a:pPr marL="0" indent="0">
              <a:buNone/>
            </a:pPr>
            <a:r>
              <a:rPr lang="en-US" sz="1300" kern="0" spc="700" dirty="0">
                <a:solidFill>
                  <a:srgbClr val="F4CE2F"/>
                </a:solidFill>
                <a:latin typeface="Avenir Next LT Pro" pitchFamily="34" charset="0"/>
                <a:ea typeface="Avenir Next LT Pro" pitchFamily="34" charset="-122"/>
                <a:cs typeface="Avenir Next LT Pro" pitchFamily="34" charset="-120"/>
              </a:rPr>
              <a:t>EmporiUm</a:t>
            </a:r>
            <a:endParaRPr lang="en-US" sz="1300" dirty="0"/>
          </a:p>
        </p:txBody>
      </p:sp>
      <p:sp>
        <p:nvSpPr>
          <p:cNvPr id="3" name="Text 1"/>
          <p:cNvSpPr/>
          <p:nvPr/>
        </p:nvSpPr>
        <p:spPr>
          <a:xfrm>
            <a:off x="457200" y="868680"/>
            <a:ext cx="10972800" cy="1097280"/>
          </a:xfrm>
          <a:prstGeom prst="rect">
            <a:avLst/>
          </a:prstGeom>
          <a:noFill/>
          <a:ln/>
        </p:spPr>
        <p:txBody>
          <a:bodyPr wrap="square" rtlCol="0" anchor="ctr"/>
          <a:lstStyle/>
          <a:p>
            <a:r>
              <a:rPr lang="en-US" sz="6000" dirty="0">
                <a:solidFill>
                  <a:schemeClr val="bg1"/>
                </a:solidFill>
              </a:rPr>
              <a:t>Sales Territory Analysis</a:t>
            </a:r>
            <a:endParaRPr lang="en-US" sz="5600" dirty="0">
              <a:solidFill>
                <a:schemeClr val="bg1"/>
              </a:solidFill>
            </a:endParaRPr>
          </a:p>
        </p:txBody>
      </p:sp>
      <p:sp>
        <p:nvSpPr>
          <p:cNvPr id="4" name="Text 2"/>
          <p:cNvSpPr/>
          <p:nvPr/>
        </p:nvSpPr>
        <p:spPr>
          <a:xfrm>
            <a:off x="457200" y="1993392"/>
            <a:ext cx="10972800" cy="457200"/>
          </a:xfrm>
          <a:prstGeom prst="rect">
            <a:avLst/>
          </a:prstGeom>
          <a:noFill/>
          <a:ln/>
        </p:spPr>
        <p:txBody>
          <a:bodyPr wrap="square" rtlCol="0" anchor="ctr"/>
          <a:lstStyle/>
          <a:p>
            <a:pPr marL="0" indent="0">
              <a:buNone/>
            </a:pPr>
            <a:r>
              <a:rPr lang="en-US" sz="1500" dirty="0">
                <a:solidFill>
                  <a:schemeClr val="accent2">
                    <a:lumMod val="60000"/>
                    <a:lumOff val="40000"/>
                  </a:schemeClr>
                </a:solidFill>
                <a:latin typeface="Avenir Next LT Pro" pitchFamily="34" charset="0"/>
                <a:ea typeface="Avenir Next LT Pro" pitchFamily="34" charset="-122"/>
                <a:cs typeface="Avenir Next LT Pro" pitchFamily="34" charset="-120"/>
              </a:rPr>
              <a:t>Texas  |  New Jersey  —  Cross-Region Comparison</a:t>
            </a:r>
            <a:endParaRPr lang="en-US" sz="1500" dirty="0">
              <a:solidFill>
                <a:schemeClr val="accent2">
                  <a:lumMod val="60000"/>
                  <a:lumOff val="40000"/>
                </a:schemeClr>
              </a:solidFill>
            </a:endParaRPr>
          </a:p>
        </p:txBody>
      </p:sp>
      <p:sp>
        <p:nvSpPr>
          <p:cNvPr id="10" name="Text 8"/>
          <p:cNvSpPr/>
          <p:nvPr/>
        </p:nvSpPr>
        <p:spPr>
          <a:xfrm>
            <a:off x="457200" y="2743200"/>
            <a:ext cx="10972800" cy="365760"/>
          </a:xfrm>
          <a:prstGeom prst="rect">
            <a:avLst/>
          </a:prstGeom>
          <a:noFill/>
          <a:ln/>
        </p:spPr>
        <p:txBody>
          <a:bodyPr wrap="square" rtlCol="0" anchor="ctr"/>
          <a:lstStyle/>
          <a:p>
            <a:pPr marL="0" indent="0">
              <a:buNone/>
            </a:pPr>
            <a:r>
              <a:rPr lang="en-US" sz="1400" b="1" dirty="0">
                <a:solidFill>
                  <a:srgbClr val="9299AE"/>
                </a:solidFill>
                <a:ea typeface="Avenir Next LT Pro" pitchFamily="34" charset="-122"/>
                <a:cs typeface="Avenir Next LT Pro" pitchFamily="34" charset="-120"/>
              </a:rPr>
              <a:t>Analyst: </a:t>
            </a:r>
            <a:r>
              <a:rPr lang="en-US" sz="1400" dirty="0">
                <a:solidFill>
                  <a:srgbClr val="FFFFFF"/>
                </a:solidFill>
                <a:ea typeface="Avenir Next LT Pro" pitchFamily="34" charset="-122"/>
                <a:cs typeface="Avenir Next LT Pro" pitchFamily="34" charset="-120"/>
              </a:rPr>
              <a:t>Sharleen Guerrero</a:t>
            </a:r>
            <a:endParaRPr lang="en-US" sz="1400" dirty="0"/>
          </a:p>
        </p:txBody>
      </p:sp>
      <p:sp>
        <p:nvSpPr>
          <p:cNvPr id="11" name="Text 9"/>
          <p:cNvSpPr/>
          <p:nvPr/>
        </p:nvSpPr>
        <p:spPr>
          <a:xfrm>
            <a:off x="457200" y="3127248"/>
            <a:ext cx="10972800" cy="365760"/>
          </a:xfrm>
          <a:prstGeom prst="rect">
            <a:avLst/>
          </a:prstGeom>
          <a:noFill/>
          <a:ln/>
        </p:spPr>
        <p:txBody>
          <a:bodyPr wrap="square" rtlCol="0" anchor="ctr"/>
          <a:lstStyle/>
          <a:p>
            <a:pPr marL="0" indent="0">
              <a:buNone/>
            </a:pPr>
            <a:r>
              <a:rPr lang="en-US" sz="1400" b="1" dirty="0">
                <a:solidFill>
                  <a:srgbClr val="9299AE"/>
                </a:solidFill>
                <a:latin typeface="Avenir Next LT Pro" pitchFamily="34" charset="0"/>
                <a:ea typeface="Avenir Next LT Pro" pitchFamily="34" charset="-122"/>
                <a:cs typeface="Avenir Next LT Pro" pitchFamily="34" charset="-120"/>
              </a:rPr>
              <a:t>Period: </a:t>
            </a:r>
            <a:r>
              <a:rPr lang="en-US" sz="1400" dirty="0">
                <a:solidFill>
                  <a:srgbClr val="FFFFFF"/>
                </a:solidFill>
                <a:latin typeface="Avenir Next LT Pro" pitchFamily="34" charset="0"/>
                <a:ea typeface="Avenir Next LT Pro" pitchFamily="34" charset="-122"/>
                <a:cs typeface="Avenir Next LT Pro" pitchFamily="34" charset="-120"/>
              </a:rPr>
              <a:t>January 2022 – December 2025  |  48 Months  |  335,129 Transactions</a:t>
            </a:r>
            <a:endParaRPr lang="en-US" sz="1400" dirty="0"/>
          </a:p>
        </p:txBody>
      </p:sp>
      <p:sp>
        <p:nvSpPr>
          <p:cNvPr id="12" name="Text 10"/>
          <p:cNvSpPr/>
          <p:nvPr/>
        </p:nvSpPr>
        <p:spPr>
          <a:xfrm>
            <a:off x="457200" y="3511296"/>
            <a:ext cx="10972800" cy="365760"/>
          </a:xfrm>
          <a:prstGeom prst="rect">
            <a:avLst/>
          </a:prstGeom>
          <a:noFill/>
          <a:ln/>
        </p:spPr>
        <p:txBody>
          <a:bodyPr wrap="square" rtlCol="0" anchor="ctr"/>
          <a:lstStyle/>
          <a:p>
            <a:pPr marL="0" indent="0">
              <a:buNone/>
            </a:pPr>
            <a:r>
              <a:rPr lang="en-US" sz="1400" b="1" dirty="0">
                <a:solidFill>
                  <a:srgbClr val="9299AE"/>
                </a:solidFill>
                <a:latin typeface="Avenir Next LT Pro" pitchFamily="34" charset="0"/>
                <a:ea typeface="Avenir Next LT Pro" pitchFamily="34" charset="-122"/>
                <a:cs typeface="Avenir Next LT Pro" pitchFamily="34" charset="-120"/>
              </a:rPr>
              <a:t>Tools: </a:t>
            </a:r>
            <a:r>
              <a:rPr lang="en-US" sz="1400" dirty="0">
                <a:solidFill>
                  <a:srgbClr val="FFFFFF"/>
                </a:solidFill>
                <a:latin typeface="Avenir Next LT Pro" pitchFamily="34" charset="0"/>
                <a:ea typeface="Avenir Next LT Pro" pitchFamily="34" charset="-122"/>
                <a:cs typeface="Avenir Next LT Pro" pitchFamily="34" charset="-120"/>
              </a:rPr>
              <a:t>Python  ·  Pandas  ·  NumPy  ·  Matplotlib</a:t>
            </a:r>
            <a:endParaRPr lang="en-US" sz="1400" dirty="0"/>
          </a:p>
        </p:txBody>
      </p:sp>
      <p:sp>
        <p:nvSpPr>
          <p:cNvPr id="13" name="Shape 11"/>
          <p:cNvSpPr/>
          <p:nvPr/>
        </p:nvSpPr>
        <p:spPr>
          <a:xfrm>
            <a:off x="365760" y="6498771"/>
            <a:ext cx="11457432" cy="0"/>
          </a:xfrm>
          <a:prstGeom prst="line">
            <a:avLst/>
          </a:prstGeom>
          <a:noFill/>
          <a:ln w="10160">
            <a:solidFill>
              <a:srgbClr val="F4CE2F"/>
            </a:solidFill>
            <a:prstDash val="solid"/>
          </a:ln>
        </p:spPr>
        <p:txBody>
          <a:bodyPr/>
          <a:lstStyle/>
          <a:p>
            <a:endParaRPr lang="en-US"/>
          </a:p>
        </p:txBody>
      </p:sp>
      <p:cxnSp>
        <p:nvCxnSpPr>
          <p:cNvPr id="15" name="Straight Connector 14">
            <a:extLst>
              <a:ext uri="{FF2B5EF4-FFF2-40B4-BE49-F238E27FC236}">
                <a16:creationId xmlns:a16="http://schemas.microsoft.com/office/drawing/2014/main" id="{9276DD21-18B0-2BF2-5C5E-37DDD79E8F6D}"/>
              </a:ext>
              <a:ext uri="{C183D7F6-B498-43B3-948B-1728B52AA6E4}">
                <adec:decorative xmlns:adec="http://schemas.microsoft.com/office/drawing/2017/decorative" val="1"/>
              </a:ext>
            </a:extLst>
          </p:cNvPr>
          <p:cNvCxnSpPr>
            <a:cxnSpLocks/>
          </p:cNvCxnSpPr>
          <p:nvPr/>
        </p:nvCxnSpPr>
        <p:spPr>
          <a:xfrm>
            <a:off x="457200" y="2592977"/>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p:cNvGrpSpPr/>
        <p:nvPr/>
      </p:nvGrpSpPr>
      <p:grpSpPr>
        <a:xfrm>
          <a:off x="0" y="0"/>
          <a:ext cx="0" cy="0"/>
          <a:chOff x="0" y="0"/>
          <a:chExt cx="0" cy="0"/>
        </a:xfrm>
      </p:grpSpPr>
      <p:sp>
        <p:nvSpPr>
          <p:cNvPr id="4" name="Text 2"/>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Project Overview</a:t>
            </a:r>
            <a:endParaRPr kumimoji="0" lang="en-US" sz="30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65760" y="1298448"/>
            <a:ext cx="5541264" cy="4882896"/>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365760" y="1298448"/>
            <a:ext cx="64008" cy="4882896"/>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30352" y="1426464"/>
            <a:ext cx="52120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D23958"/>
                </a:solidFill>
                <a:effectLst/>
                <a:uLnTx/>
                <a:uFillTx/>
                <a:latin typeface="Avenir Next LT Pro" pitchFamily="34" charset="0"/>
                <a:ea typeface="Avenir Next LT Pro" pitchFamily="34" charset="-122"/>
                <a:cs typeface="Avenir Next LT Pro" pitchFamily="34" charset="-120"/>
              </a:rPr>
              <a:t>Introduction and Methodology</a:t>
            </a:r>
            <a:endParaRPr kumimoji="0" lang="en-US" sz="1400" b="0" i="0" u="none" strike="noStrike" kern="1200" cap="none" spc="0" normalizeH="0" baseline="0" noProof="0" dirty="0">
              <a:ln>
                <a:noFill/>
              </a:ln>
              <a:solidFill>
                <a:srgbClr val="D23958"/>
              </a:solidFill>
              <a:effectLst/>
              <a:uLnTx/>
              <a:uFillTx/>
              <a:latin typeface="Calibri" panose="020F0502020204030204"/>
              <a:ea typeface="+mn-ea"/>
              <a:cs typeface="+mn-cs"/>
            </a:endParaRPr>
          </a:p>
        </p:txBody>
      </p:sp>
      <p:sp>
        <p:nvSpPr>
          <p:cNvPr id="13" name="Text 11"/>
          <p:cNvSpPr/>
          <p:nvPr/>
        </p:nvSpPr>
        <p:spPr>
          <a:xfrm>
            <a:off x="530352" y="1828800"/>
            <a:ext cx="5212080" cy="4023360"/>
          </a:xfrm>
          <a:prstGeom prst="rect">
            <a:avLst/>
          </a:prstGeom>
          <a:noFill/>
          <a:ln/>
        </p:spPr>
        <p:txBody>
          <a:bodyPr wrap="square" rtlCol="0" anchor="t"/>
          <a:lstStyle/>
          <a:p>
            <a:pPr marL="285750" lvl="0" indent="-285750">
              <a:buFont typeface="Arial" panose="020B0604020202020204" pitchFamily="34" charset="0"/>
              <a:buChar char="•"/>
              <a:defRPr/>
            </a:pPr>
            <a:r>
              <a:rPr lang="en-US" sz="1400" dirty="0" err="1">
                <a:solidFill>
                  <a:prstClr val="black"/>
                </a:solidFill>
                <a:latin typeface="Avenir Next LT Pro" panose="020B0504020202020204" pitchFamily="34" charset="0"/>
                <a:ea typeface="Avenir Next LT Pro" pitchFamily="34" charset="-122"/>
                <a:cs typeface="Avenir Next LT Pro" pitchFamily="34" charset="-120"/>
              </a:rPr>
              <a:t>EmporiUm</a:t>
            </a:r>
            <a:r>
              <a:rPr lang="en-US" sz="1400" dirty="0">
                <a:solidFill>
                  <a:prstClr val="black"/>
                </a:solidFill>
                <a:latin typeface="Avenir Next LT Pro" panose="020B0504020202020204" pitchFamily="34" charset="0"/>
                <a:ea typeface="Avenir Next LT Pro" pitchFamily="34" charset="-122"/>
                <a:cs typeface="Avenir Next LT Pro" pitchFamily="34" charset="-120"/>
              </a:rPr>
              <a:t> is a growing bookstore chain that sells technology essentials, art supplies, textbooks, and other products across the U.S. both in-store and online.</a:t>
            </a:r>
          </a:p>
          <a:p>
            <a:pPr lvl="0">
              <a:defRPr/>
            </a:pPr>
            <a:endParaRPr lang="en-US" sz="1400" dirty="0">
              <a:solidFill>
                <a:prstClr val="black"/>
              </a:solidFill>
              <a:latin typeface="Avenir Next LT Pro" panose="020B0504020202020204" pitchFamily="34" charset="0"/>
            </a:endParaRPr>
          </a:p>
          <a:p>
            <a:pPr marL="285750" lvl="0" indent="-285750">
              <a:buFont typeface="Arial" panose="020B0604020202020204" pitchFamily="34" charset="0"/>
              <a:buChar char="•"/>
              <a:defRPr/>
            </a:pPr>
            <a:r>
              <a:rPr lang="en-US" sz="1400" dirty="0">
                <a:solidFill>
                  <a:prstClr val="black"/>
                </a:solidFill>
                <a:latin typeface="Avenir Next LT Pro" panose="020B0504020202020204" pitchFamily="34" charset="0"/>
                <a:ea typeface="Avenir Next LT Pro" pitchFamily="34" charset="-122"/>
                <a:cs typeface="Avenir Next LT Pro" pitchFamily="34" charset="-120"/>
              </a:rPr>
              <a:t>Territory Managers Jeff "Howdy" Richards and Miami Vue requested a cross-region sales analysis for the Texas and New Jersey territories.</a:t>
            </a:r>
          </a:p>
          <a:p>
            <a:pPr marL="285750" lvl="0" indent="-285750">
              <a:buFont typeface="Arial" panose="020B0604020202020204" pitchFamily="34" charset="0"/>
              <a:buChar char="•"/>
              <a:defRPr/>
            </a:pPr>
            <a:endParaRPr lang="en-US" sz="1400" dirty="0">
              <a:solidFill>
                <a:prstClr val="black"/>
              </a:solidFill>
              <a:latin typeface="Avenir Next LT Pro" panose="020B0504020202020204" pitchFamily="34" charset="0"/>
            </a:endParaRPr>
          </a:p>
          <a:p>
            <a:pPr marL="285750" lvl="0" indent="-285750">
              <a:buFont typeface="Arial" panose="020B0604020202020204" pitchFamily="34" charset="0"/>
              <a:buChar char="•"/>
              <a:defRPr/>
            </a:pPr>
            <a:r>
              <a:rPr lang="en-US" sz="1400" dirty="0">
                <a:solidFill>
                  <a:prstClr val="black"/>
                </a:solidFill>
                <a:latin typeface="Avenir Next LT Pro" panose="020B0504020202020204" pitchFamily="34" charset="0"/>
              </a:rPr>
              <a:t>Using </a:t>
            </a:r>
            <a:r>
              <a:rPr lang="en-US" sz="1400" b="1" dirty="0">
                <a:solidFill>
                  <a:prstClr val="black"/>
                </a:solidFill>
                <a:latin typeface="Avenir Next LT Pro" panose="020B0504020202020204" pitchFamily="34" charset="0"/>
              </a:rPr>
              <a:t>Python</a:t>
            </a:r>
            <a:r>
              <a:rPr lang="en-US" sz="1400" dirty="0">
                <a:solidFill>
                  <a:prstClr val="black"/>
                </a:solidFill>
                <a:latin typeface="Avenir Next LT Pro" panose="020B0504020202020204" pitchFamily="34" charset="0"/>
              </a:rPr>
              <a:t>,</a:t>
            </a:r>
            <a:r>
              <a:rPr lang="en-US" sz="1400" b="1" dirty="0">
                <a:solidFill>
                  <a:prstClr val="black"/>
                </a:solidFill>
                <a:latin typeface="Avenir Next LT Pro" panose="020B0504020202020204" pitchFamily="34" charset="0"/>
              </a:rPr>
              <a:t> Pandas</a:t>
            </a:r>
            <a:r>
              <a:rPr lang="en-US" sz="1400" dirty="0">
                <a:solidFill>
                  <a:prstClr val="black"/>
                </a:solidFill>
                <a:latin typeface="Avenir Next LT Pro" panose="020B0504020202020204" pitchFamily="34" charset="0"/>
              </a:rPr>
              <a:t>, </a:t>
            </a:r>
            <a:r>
              <a:rPr lang="en-US" sz="1400" b="1" dirty="0">
                <a:solidFill>
                  <a:prstClr val="black"/>
                </a:solidFill>
                <a:latin typeface="Avenir Next LT Pro" panose="020B0504020202020204" pitchFamily="34" charset="0"/>
              </a:rPr>
              <a:t>NumPy</a:t>
            </a:r>
            <a:r>
              <a:rPr lang="en-US" sz="1400" dirty="0">
                <a:solidFill>
                  <a:prstClr val="black"/>
                </a:solidFill>
                <a:latin typeface="Avenir Next LT Pro" panose="020B0504020202020204" pitchFamily="34" charset="0"/>
              </a:rPr>
              <a:t>, and </a:t>
            </a:r>
            <a:r>
              <a:rPr lang="en-US" sz="1400" b="1" dirty="0">
                <a:solidFill>
                  <a:prstClr val="black"/>
                </a:solidFill>
                <a:latin typeface="Avenir Next LT Pro" panose="020B0504020202020204" pitchFamily="34" charset="0"/>
              </a:rPr>
              <a:t>Matplotlib</a:t>
            </a:r>
            <a:r>
              <a:rPr lang="en-US" sz="1400" dirty="0">
                <a:solidFill>
                  <a:prstClr val="black"/>
                </a:solidFill>
                <a:latin typeface="Avenir Next LT Pro" panose="020B0504020202020204" pitchFamily="34" charset="0"/>
              </a:rPr>
              <a:t>, this analysis covers January 2022 through December 2025 — spanning four fiscal years across 27 stores in two territories. The analysis examines monthly revenue trends, store performance, customer behavior, and product category data to deliver data-driven recommendations for Q1 2026.</a:t>
            </a:r>
          </a:p>
        </p:txBody>
      </p:sp>
      <p:sp>
        <p:nvSpPr>
          <p:cNvPr id="14" name="Shape 12"/>
          <p:cNvSpPr/>
          <p:nvPr/>
        </p:nvSpPr>
        <p:spPr>
          <a:xfrm>
            <a:off x="6272784" y="1298448"/>
            <a:ext cx="5550408" cy="4882896"/>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272784" y="1298448"/>
            <a:ext cx="64008" cy="4882896"/>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437376" y="1426464"/>
            <a:ext cx="521208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D23958"/>
                </a:solidFill>
                <a:effectLst/>
                <a:uLnTx/>
                <a:uFillTx/>
                <a:latin typeface="Avenir Next LT Pro" pitchFamily="34" charset="0"/>
                <a:ea typeface="+mn-ea"/>
                <a:cs typeface="+mn-cs"/>
              </a:rPr>
              <a:t>Python Libraries</a:t>
            </a:r>
            <a:endParaRPr kumimoji="0" lang="en-US" sz="1400" b="0" i="0" u="none" strike="noStrike" kern="1200" cap="none" spc="0" normalizeH="0" baseline="0" noProof="0" dirty="0">
              <a:ln>
                <a:noFill/>
              </a:ln>
              <a:solidFill>
                <a:srgbClr val="D23958"/>
              </a:solidFill>
              <a:effectLst/>
              <a:uLnTx/>
              <a:uFillTx/>
              <a:latin typeface="Calibri" panose="020F0502020204030204"/>
              <a:ea typeface="+mn-ea"/>
              <a:cs typeface="+mn-cs"/>
            </a:endParaRPr>
          </a:p>
        </p:txBody>
      </p:sp>
      <p:sp>
        <p:nvSpPr>
          <p:cNvPr id="27" name="Shape 25"/>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9180395E-E706-6A93-3896-821728941288}"/>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pic>
        <p:nvPicPr>
          <p:cNvPr id="2" name="Picture 1" descr="A white screen with black text  AI-generated content may be incorrect.">
            <a:extLst>
              <a:ext uri="{FF2B5EF4-FFF2-40B4-BE49-F238E27FC236}">
                <a16:creationId xmlns:a16="http://schemas.microsoft.com/office/drawing/2014/main" id="{583F3DF5-3EB2-A740-B12D-4E3CCFCBB1F7}"/>
              </a:ext>
            </a:extLst>
          </p:cNvPr>
          <p:cNvPicPr>
            <a:picLocks noChangeAspect="1"/>
          </p:cNvPicPr>
          <p:nvPr/>
        </p:nvPicPr>
        <p:blipFill>
          <a:blip r:embed="rId3"/>
          <a:stretch>
            <a:fillRect/>
          </a:stretch>
        </p:blipFill>
        <p:spPr>
          <a:xfrm>
            <a:off x="6390736" y="2549915"/>
            <a:ext cx="5405887" cy="17581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1559-F009-494B-2C5B-0832F12E00CC}"/>
              </a:ext>
            </a:extLst>
          </p:cNvPr>
          <p:cNvSpPr>
            <a:spLocks noGrp="1"/>
          </p:cNvSpPr>
          <p:nvPr>
            <p:ph type="title"/>
          </p:nvPr>
        </p:nvSpPr>
        <p:spPr/>
        <p:txBody>
          <a:bodyPr>
            <a:normAutofit/>
          </a:bodyPr>
          <a:lstStyle/>
          <a:p>
            <a:r>
              <a:rPr lang="en-US" sz="4000" dirty="0"/>
              <a:t>Analysis Workflow</a:t>
            </a:r>
          </a:p>
        </p:txBody>
      </p:sp>
      <p:sp>
        <p:nvSpPr>
          <p:cNvPr id="3" name="Text Placeholder 2">
            <a:extLst>
              <a:ext uri="{FF2B5EF4-FFF2-40B4-BE49-F238E27FC236}">
                <a16:creationId xmlns:a16="http://schemas.microsoft.com/office/drawing/2014/main" id="{1EFFE4B3-8B0D-AD20-8633-C732BCBEEEFB}"/>
              </a:ext>
            </a:extLst>
          </p:cNvPr>
          <p:cNvSpPr>
            <a:spLocks noGrp="1"/>
          </p:cNvSpPr>
          <p:nvPr>
            <p:ph type="body" sz="quarter" idx="13"/>
          </p:nvPr>
        </p:nvSpPr>
        <p:spPr/>
        <p:txBody>
          <a:bodyPr/>
          <a:lstStyle/>
          <a:p>
            <a:r>
              <a:rPr lang="en-US" dirty="0"/>
              <a:t>Preview</a:t>
            </a:r>
          </a:p>
        </p:txBody>
      </p:sp>
      <p:sp>
        <p:nvSpPr>
          <p:cNvPr id="5" name="Text Placeholder 4">
            <a:extLst>
              <a:ext uri="{FF2B5EF4-FFF2-40B4-BE49-F238E27FC236}">
                <a16:creationId xmlns:a16="http://schemas.microsoft.com/office/drawing/2014/main" id="{E1477990-D111-82E2-F6A7-9166130E9FAD}"/>
              </a:ext>
            </a:extLst>
          </p:cNvPr>
          <p:cNvSpPr>
            <a:spLocks noGrp="1"/>
          </p:cNvSpPr>
          <p:nvPr>
            <p:ph type="body" sz="quarter" idx="15"/>
          </p:nvPr>
        </p:nvSpPr>
        <p:spPr/>
        <p:txBody>
          <a:bodyPr/>
          <a:lstStyle/>
          <a:p>
            <a:r>
              <a:rPr lang="en-US" dirty="0"/>
              <a:t>LOAD DATA</a:t>
            </a:r>
          </a:p>
        </p:txBody>
      </p:sp>
      <p:sp>
        <p:nvSpPr>
          <p:cNvPr id="6" name="Text Placeholder 5">
            <a:extLst>
              <a:ext uri="{FF2B5EF4-FFF2-40B4-BE49-F238E27FC236}">
                <a16:creationId xmlns:a16="http://schemas.microsoft.com/office/drawing/2014/main" id="{F20ABEC6-3BC5-0340-09AF-E9596906081B}"/>
              </a:ext>
            </a:extLst>
          </p:cNvPr>
          <p:cNvSpPr>
            <a:spLocks noGrp="1"/>
          </p:cNvSpPr>
          <p:nvPr>
            <p:ph type="body" sz="quarter" idx="20"/>
          </p:nvPr>
        </p:nvSpPr>
        <p:spPr>
          <a:xfrm>
            <a:off x="618743" y="3249605"/>
            <a:ext cx="2168791" cy="778652"/>
          </a:xfrm>
        </p:spPr>
        <p:txBody>
          <a:bodyPr/>
          <a:lstStyle/>
          <a:p>
            <a:pPr>
              <a:lnSpc>
                <a:spcPct val="100000"/>
              </a:lnSpc>
            </a:pPr>
            <a:r>
              <a:rPr lang="en-US" dirty="0" err="1"/>
              <a:t>pd.read_csv</a:t>
            </a:r>
            <a:r>
              <a:rPr lang="en-US" dirty="0"/>
              <a:t>()   5 CSV files</a:t>
            </a:r>
          </a:p>
          <a:p>
            <a:pPr>
              <a:lnSpc>
                <a:spcPct val="100000"/>
              </a:lnSpc>
            </a:pPr>
            <a:r>
              <a:rPr lang="en-US" dirty="0"/>
              <a:t>.info()                 Sep=‘|’</a:t>
            </a:r>
          </a:p>
          <a:p>
            <a:pPr>
              <a:lnSpc>
                <a:spcPct val="100000"/>
              </a:lnSpc>
            </a:pPr>
            <a:r>
              <a:rPr lang="en-US" dirty="0"/>
              <a:t>.head()</a:t>
            </a:r>
          </a:p>
        </p:txBody>
      </p:sp>
      <p:sp>
        <p:nvSpPr>
          <p:cNvPr id="7" name="Text Placeholder 6">
            <a:extLst>
              <a:ext uri="{FF2B5EF4-FFF2-40B4-BE49-F238E27FC236}">
                <a16:creationId xmlns:a16="http://schemas.microsoft.com/office/drawing/2014/main" id="{7F9F1862-8B01-32C6-96BF-DC66A8C883C5}"/>
              </a:ext>
            </a:extLst>
          </p:cNvPr>
          <p:cNvSpPr>
            <a:spLocks noGrp="1"/>
          </p:cNvSpPr>
          <p:nvPr>
            <p:ph type="body" sz="quarter" idx="25"/>
          </p:nvPr>
        </p:nvSpPr>
        <p:spPr/>
        <p:txBody>
          <a:bodyPr/>
          <a:lstStyle/>
          <a:p>
            <a:r>
              <a:rPr lang="en-US" dirty="0"/>
              <a:t>335k</a:t>
            </a:r>
          </a:p>
        </p:txBody>
      </p:sp>
      <p:pic>
        <p:nvPicPr>
          <p:cNvPr id="40" name="Picture Placeholder 39" descr="Database with solid fill">
            <a:extLst>
              <a:ext uri="{FF2B5EF4-FFF2-40B4-BE49-F238E27FC236}">
                <a16:creationId xmlns:a16="http://schemas.microsoft.com/office/drawing/2014/main" id="{4545439A-7899-4351-25AF-6DA0083F4F0D}"/>
              </a:ext>
            </a:extLst>
          </p:cNvPr>
          <p:cNvPicPr>
            <a:picLocks noGrp="1" noChangeAspect="1"/>
          </p:cNvPicPr>
          <p:nvPr>
            <p:ph type="pic" sz="quarter" idx="35"/>
          </p:nvPr>
        </p:nvPicPr>
        <p:blipFill>
          <a:blip>
            <a:extLst>
              <a:ext uri="{96DAC541-7B7A-43D3-8B79-37D633B846F1}">
                <asvg:svgBlip xmlns:asvg="http://schemas.microsoft.com/office/drawing/2016/SVG/main" r:embed="rId3"/>
              </a:ext>
            </a:extLst>
          </a:blip>
          <a:srcRect/>
          <a:stretch/>
        </p:blipFill>
        <p:spPr/>
      </p:pic>
      <p:sp>
        <p:nvSpPr>
          <p:cNvPr id="9" name="Text Placeholder 8">
            <a:extLst>
              <a:ext uri="{FF2B5EF4-FFF2-40B4-BE49-F238E27FC236}">
                <a16:creationId xmlns:a16="http://schemas.microsoft.com/office/drawing/2014/main" id="{1B8B9E69-FE7C-4117-C050-800974235322}"/>
              </a:ext>
            </a:extLst>
          </p:cNvPr>
          <p:cNvSpPr>
            <a:spLocks noGrp="1"/>
          </p:cNvSpPr>
          <p:nvPr>
            <p:ph type="body" sz="quarter" idx="26"/>
          </p:nvPr>
        </p:nvSpPr>
        <p:spPr>
          <a:xfrm>
            <a:off x="670559" y="4894756"/>
            <a:ext cx="1023311" cy="457200"/>
          </a:xfrm>
        </p:spPr>
        <p:txBody>
          <a:bodyPr/>
          <a:lstStyle/>
          <a:p>
            <a:r>
              <a:rPr lang="en-US" dirty="0"/>
              <a:t>Rows</a:t>
            </a:r>
          </a:p>
        </p:txBody>
      </p:sp>
      <p:sp>
        <p:nvSpPr>
          <p:cNvPr id="10" name="Text Placeholder 9">
            <a:extLst>
              <a:ext uri="{FF2B5EF4-FFF2-40B4-BE49-F238E27FC236}">
                <a16:creationId xmlns:a16="http://schemas.microsoft.com/office/drawing/2014/main" id="{1F54D649-F6AF-F5B7-08F6-728B9B1E06AE}"/>
              </a:ext>
            </a:extLst>
          </p:cNvPr>
          <p:cNvSpPr>
            <a:spLocks noGrp="1"/>
          </p:cNvSpPr>
          <p:nvPr>
            <p:ph type="body" sz="quarter" idx="16"/>
          </p:nvPr>
        </p:nvSpPr>
        <p:spPr/>
        <p:txBody>
          <a:bodyPr/>
          <a:lstStyle/>
          <a:p>
            <a:r>
              <a:rPr lang="en-US" dirty="0"/>
              <a:t>CLEAN</a:t>
            </a:r>
          </a:p>
        </p:txBody>
      </p:sp>
      <p:sp>
        <p:nvSpPr>
          <p:cNvPr id="11" name="Text Placeholder 10">
            <a:extLst>
              <a:ext uri="{FF2B5EF4-FFF2-40B4-BE49-F238E27FC236}">
                <a16:creationId xmlns:a16="http://schemas.microsoft.com/office/drawing/2014/main" id="{DD799D63-E225-6C02-82AB-4F5947D272F7}"/>
              </a:ext>
            </a:extLst>
          </p:cNvPr>
          <p:cNvSpPr>
            <a:spLocks noGrp="1"/>
          </p:cNvSpPr>
          <p:nvPr>
            <p:ph type="body" sz="quarter" idx="21"/>
          </p:nvPr>
        </p:nvSpPr>
        <p:spPr>
          <a:xfrm>
            <a:off x="2956560" y="3282275"/>
            <a:ext cx="1996440" cy="778652"/>
          </a:xfrm>
        </p:spPr>
        <p:txBody>
          <a:bodyPr/>
          <a:lstStyle/>
          <a:p>
            <a:r>
              <a:rPr lang="en-US" dirty="0" err="1"/>
              <a:t>pd.to_datetime</a:t>
            </a:r>
            <a:r>
              <a:rPr lang="en-US" dirty="0"/>
              <a:t>()</a:t>
            </a:r>
          </a:p>
          <a:p>
            <a:r>
              <a:rPr lang="en-US" dirty="0"/>
              <a:t>.</a:t>
            </a:r>
            <a:r>
              <a:rPr lang="en-US" dirty="0" err="1"/>
              <a:t>dt.to_period</a:t>
            </a:r>
            <a:r>
              <a:rPr lang="en-US" dirty="0"/>
              <a:t>(‘M’)</a:t>
            </a:r>
          </a:p>
          <a:p>
            <a:r>
              <a:rPr lang="en-US" dirty="0"/>
              <a:t>0 duplicates</a:t>
            </a:r>
          </a:p>
          <a:p>
            <a:r>
              <a:rPr lang="en-US" dirty="0"/>
              <a:t>0 anomalies</a:t>
            </a:r>
          </a:p>
        </p:txBody>
      </p:sp>
      <p:sp>
        <p:nvSpPr>
          <p:cNvPr id="12" name="Text Placeholder 11">
            <a:extLst>
              <a:ext uri="{FF2B5EF4-FFF2-40B4-BE49-F238E27FC236}">
                <a16:creationId xmlns:a16="http://schemas.microsoft.com/office/drawing/2014/main" id="{710241DB-E0DB-4CA6-F4A2-242C63EFC084}"/>
              </a:ext>
            </a:extLst>
          </p:cNvPr>
          <p:cNvSpPr>
            <a:spLocks noGrp="1"/>
          </p:cNvSpPr>
          <p:nvPr>
            <p:ph type="body" sz="quarter" idx="27"/>
          </p:nvPr>
        </p:nvSpPr>
        <p:spPr/>
        <p:txBody>
          <a:bodyPr/>
          <a:lstStyle/>
          <a:p>
            <a:r>
              <a:rPr lang="en-US" dirty="0"/>
              <a:t>48</a:t>
            </a:r>
          </a:p>
        </p:txBody>
      </p:sp>
      <p:pic>
        <p:nvPicPr>
          <p:cNvPr id="42" name="Picture Placeholder 41" descr="Mop and bucket with solid fill">
            <a:extLst>
              <a:ext uri="{FF2B5EF4-FFF2-40B4-BE49-F238E27FC236}">
                <a16:creationId xmlns:a16="http://schemas.microsoft.com/office/drawing/2014/main" id="{3BAB4CDD-03AF-3926-8111-9371F8D40BA3}"/>
              </a:ext>
            </a:extLst>
          </p:cNvPr>
          <p:cNvPicPr>
            <a:picLocks noGrp="1" noChangeAspect="1"/>
          </p:cNvPicPr>
          <p:nvPr>
            <p:ph type="pic" sz="quarter" idx="36"/>
          </p:nvPr>
        </p:nvPicPr>
        <p:blipFill>
          <a:blip>
            <a:extLst>
              <a:ext uri="{96DAC541-7B7A-43D3-8B79-37D633B846F1}">
                <asvg:svgBlip xmlns:asvg="http://schemas.microsoft.com/office/drawing/2016/SVG/main" r:embed="rId4"/>
              </a:ext>
            </a:extLst>
          </a:blip>
          <a:srcRect/>
          <a:stretch/>
        </p:blipFill>
        <p:spPr/>
      </p:pic>
      <p:sp>
        <p:nvSpPr>
          <p:cNvPr id="14" name="Text Placeholder 13">
            <a:extLst>
              <a:ext uri="{FF2B5EF4-FFF2-40B4-BE49-F238E27FC236}">
                <a16:creationId xmlns:a16="http://schemas.microsoft.com/office/drawing/2014/main" id="{B1595147-9F75-EE4A-CED7-5B1FA0B5B150}"/>
              </a:ext>
            </a:extLst>
          </p:cNvPr>
          <p:cNvSpPr>
            <a:spLocks noGrp="1"/>
          </p:cNvSpPr>
          <p:nvPr>
            <p:ph type="body" sz="quarter" idx="28"/>
          </p:nvPr>
        </p:nvSpPr>
        <p:spPr/>
        <p:txBody>
          <a:bodyPr/>
          <a:lstStyle/>
          <a:p>
            <a:r>
              <a:rPr lang="en-US" dirty="0"/>
              <a:t>Months</a:t>
            </a:r>
          </a:p>
        </p:txBody>
      </p:sp>
      <p:sp>
        <p:nvSpPr>
          <p:cNvPr id="15" name="Text Placeholder 14">
            <a:extLst>
              <a:ext uri="{FF2B5EF4-FFF2-40B4-BE49-F238E27FC236}">
                <a16:creationId xmlns:a16="http://schemas.microsoft.com/office/drawing/2014/main" id="{DF951656-FF0B-394C-ABB2-9D15706CCB00}"/>
              </a:ext>
            </a:extLst>
          </p:cNvPr>
          <p:cNvSpPr>
            <a:spLocks noGrp="1"/>
          </p:cNvSpPr>
          <p:nvPr>
            <p:ph type="body" sz="quarter" idx="17"/>
          </p:nvPr>
        </p:nvSpPr>
        <p:spPr/>
        <p:txBody>
          <a:bodyPr/>
          <a:lstStyle/>
          <a:p>
            <a:r>
              <a:rPr lang="en-US" dirty="0"/>
              <a:t>ANALYZE</a:t>
            </a:r>
          </a:p>
        </p:txBody>
      </p:sp>
      <p:sp>
        <p:nvSpPr>
          <p:cNvPr id="16" name="Text Placeholder 15">
            <a:extLst>
              <a:ext uri="{FF2B5EF4-FFF2-40B4-BE49-F238E27FC236}">
                <a16:creationId xmlns:a16="http://schemas.microsoft.com/office/drawing/2014/main" id="{8926DE06-DDFC-DDB4-B05F-4BCB9CC8E442}"/>
              </a:ext>
            </a:extLst>
          </p:cNvPr>
          <p:cNvSpPr>
            <a:spLocks noGrp="1"/>
          </p:cNvSpPr>
          <p:nvPr>
            <p:ph type="body" sz="quarter" idx="22"/>
          </p:nvPr>
        </p:nvSpPr>
        <p:spPr>
          <a:xfrm>
            <a:off x="5050536" y="3200324"/>
            <a:ext cx="1996440" cy="778652"/>
          </a:xfrm>
        </p:spPr>
        <p:txBody>
          <a:bodyPr/>
          <a:lstStyle/>
          <a:p>
            <a:r>
              <a:rPr lang="en-US" dirty="0"/>
              <a:t>.</a:t>
            </a:r>
            <a:r>
              <a:rPr lang="en-US" dirty="0" err="1"/>
              <a:t>groupby</a:t>
            </a:r>
            <a:r>
              <a:rPr lang="en-US" dirty="0"/>
              <a:t>()</a:t>
            </a:r>
          </a:p>
          <a:p>
            <a:r>
              <a:rPr lang="en-US" dirty="0"/>
              <a:t>.merge()</a:t>
            </a:r>
          </a:p>
          <a:p>
            <a:r>
              <a:rPr lang="en-US" dirty="0"/>
              <a:t>.</a:t>
            </a:r>
            <a:r>
              <a:rPr lang="en-US" dirty="0" err="1"/>
              <a:t>agg</a:t>
            </a:r>
            <a:r>
              <a:rPr lang="en-US" dirty="0"/>
              <a:t>()</a:t>
            </a:r>
          </a:p>
          <a:p>
            <a:r>
              <a:rPr lang="en-US" dirty="0" err="1"/>
              <a:t>pd.pivot_table</a:t>
            </a:r>
            <a:endParaRPr lang="en-US" dirty="0"/>
          </a:p>
        </p:txBody>
      </p:sp>
      <p:sp>
        <p:nvSpPr>
          <p:cNvPr id="17" name="Text Placeholder 16">
            <a:extLst>
              <a:ext uri="{FF2B5EF4-FFF2-40B4-BE49-F238E27FC236}">
                <a16:creationId xmlns:a16="http://schemas.microsoft.com/office/drawing/2014/main" id="{917B636D-4A84-527E-BBC2-0A72286791A7}"/>
              </a:ext>
            </a:extLst>
          </p:cNvPr>
          <p:cNvSpPr>
            <a:spLocks noGrp="1"/>
          </p:cNvSpPr>
          <p:nvPr>
            <p:ph type="body" sz="quarter" idx="29"/>
          </p:nvPr>
        </p:nvSpPr>
        <p:spPr>
          <a:xfrm>
            <a:off x="5042154" y="4454955"/>
            <a:ext cx="1030224" cy="335470"/>
          </a:xfrm>
        </p:spPr>
        <p:txBody>
          <a:bodyPr/>
          <a:lstStyle/>
          <a:p>
            <a:r>
              <a:rPr lang="en-US" dirty="0"/>
              <a:t>Q1-q5</a:t>
            </a:r>
          </a:p>
        </p:txBody>
      </p:sp>
      <p:pic>
        <p:nvPicPr>
          <p:cNvPr id="44" name="Picture Placeholder 43" descr="Clipboard with solid fill">
            <a:extLst>
              <a:ext uri="{FF2B5EF4-FFF2-40B4-BE49-F238E27FC236}">
                <a16:creationId xmlns:a16="http://schemas.microsoft.com/office/drawing/2014/main" id="{EAB43372-07D0-D67B-2945-F6C5C2B67C72}"/>
              </a:ext>
            </a:extLst>
          </p:cNvPr>
          <p:cNvPicPr>
            <a:picLocks noGrp="1" noChangeAspect="1"/>
          </p:cNvPicPr>
          <p:nvPr>
            <p:ph type="pic" sz="quarter" idx="37"/>
          </p:nvPr>
        </p:nvPicPr>
        <p:blipFill>
          <a:blip>
            <a:extLs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964DF23-B622-0C9A-8993-B731BCB1966F}"/>
              </a:ext>
            </a:extLst>
          </p:cNvPr>
          <p:cNvSpPr>
            <a:spLocks noGrp="1"/>
          </p:cNvSpPr>
          <p:nvPr>
            <p:ph type="body" sz="quarter" idx="18"/>
          </p:nvPr>
        </p:nvSpPr>
        <p:spPr/>
        <p:txBody>
          <a:bodyPr/>
          <a:lstStyle/>
          <a:p>
            <a:r>
              <a:rPr lang="en-US" dirty="0"/>
              <a:t>VISUALIZE</a:t>
            </a:r>
          </a:p>
        </p:txBody>
      </p:sp>
      <p:sp>
        <p:nvSpPr>
          <p:cNvPr id="21" name="Text Placeholder 20">
            <a:extLst>
              <a:ext uri="{FF2B5EF4-FFF2-40B4-BE49-F238E27FC236}">
                <a16:creationId xmlns:a16="http://schemas.microsoft.com/office/drawing/2014/main" id="{90D97E63-3F48-71B9-F419-BDD1837406C6}"/>
              </a:ext>
            </a:extLst>
          </p:cNvPr>
          <p:cNvSpPr>
            <a:spLocks noGrp="1"/>
          </p:cNvSpPr>
          <p:nvPr>
            <p:ph type="body" sz="quarter" idx="23"/>
          </p:nvPr>
        </p:nvSpPr>
        <p:spPr>
          <a:xfrm>
            <a:off x="7298816" y="3249605"/>
            <a:ext cx="1996440" cy="778652"/>
          </a:xfrm>
        </p:spPr>
        <p:txBody>
          <a:bodyPr/>
          <a:lstStyle/>
          <a:p>
            <a:r>
              <a:rPr lang="en-US" dirty="0"/>
              <a:t>Line Chart + Regression</a:t>
            </a:r>
          </a:p>
          <a:p>
            <a:r>
              <a:rPr lang="en-US" dirty="0"/>
              <a:t>Horizontal Bar</a:t>
            </a:r>
          </a:p>
          <a:p>
            <a:r>
              <a:rPr lang="en-US" dirty="0"/>
              <a:t>Grouped Bar</a:t>
            </a:r>
          </a:p>
        </p:txBody>
      </p:sp>
      <p:sp>
        <p:nvSpPr>
          <p:cNvPr id="22" name="Text Placeholder 21">
            <a:extLst>
              <a:ext uri="{FF2B5EF4-FFF2-40B4-BE49-F238E27FC236}">
                <a16:creationId xmlns:a16="http://schemas.microsoft.com/office/drawing/2014/main" id="{9DE14634-9FF6-31FC-C885-CB57DE210249}"/>
              </a:ext>
            </a:extLst>
          </p:cNvPr>
          <p:cNvSpPr>
            <a:spLocks noGrp="1"/>
          </p:cNvSpPr>
          <p:nvPr>
            <p:ph type="body" sz="quarter" idx="31"/>
          </p:nvPr>
        </p:nvSpPr>
        <p:spPr/>
        <p:txBody>
          <a:bodyPr/>
          <a:lstStyle/>
          <a:p>
            <a:r>
              <a:rPr lang="en-US" dirty="0"/>
              <a:t>4</a:t>
            </a:r>
          </a:p>
        </p:txBody>
      </p:sp>
      <p:pic>
        <p:nvPicPr>
          <p:cNvPr id="46" name="Picture Placeholder 45" descr="Upward trend with solid fill">
            <a:extLst>
              <a:ext uri="{FF2B5EF4-FFF2-40B4-BE49-F238E27FC236}">
                <a16:creationId xmlns:a16="http://schemas.microsoft.com/office/drawing/2014/main" id="{910406EB-9064-981B-8526-2DE7A4FF8447}"/>
              </a:ext>
            </a:extLst>
          </p:cNvPr>
          <p:cNvPicPr>
            <a:picLocks noGrp="1" noChangeAspect="1"/>
          </p:cNvPicPr>
          <p:nvPr>
            <p:ph type="pic" sz="quarter" idx="38"/>
          </p:nvPr>
        </p:nvPicPr>
        <p:blipFill>
          <a:blip>
            <a:extLst>
              <a:ext uri="{96DAC541-7B7A-43D3-8B79-37D633B846F1}">
                <asvg:svgBlip xmlns:asvg="http://schemas.microsoft.com/office/drawing/2016/SVG/main" r:embed="rId6"/>
              </a:ext>
            </a:extLst>
          </a:blip>
          <a:srcRect/>
          <a:stretch>
            <a:fillRect/>
          </a:stretch>
        </p:blipFill>
        <p:spPr/>
      </p:pic>
      <p:sp>
        <p:nvSpPr>
          <p:cNvPr id="24" name="Text Placeholder 23">
            <a:extLst>
              <a:ext uri="{FF2B5EF4-FFF2-40B4-BE49-F238E27FC236}">
                <a16:creationId xmlns:a16="http://schemas.microsoft.com/office/drawing/2014/main" id="{B9136DF5-F235-12A7-B3CE-68E5DE9C9648}"/>
              </a:ext>
            </a:extLst>
          </p:cNvPr>
          <p:cNvSpPr>
            <a:spLocks noGrp="1"/>
          </p:cNvSpPr>
          <p:nvPr>
            <p:ph type="body" sz="quarter" idx="32"/>
          </p:nvPr>
        </p:nvSpPr>
        <p:spPr/>
        <p:txBody>
          <a:bodyPr/>
          <a:lstStyle/>
          <a:p>
            <a:r>
              <a:rPr lang="en-US" dirty="0"/>
              <a:t>Charts</a:t>
            </a:r>
          </a:p>
        </p:txBody>
      </p:sp>
      <p:sp>
        <p:nvSpPr>
          <p:cNvPr id="25" name="Text Placeholder 24">
            <a:extLst>
              <a:ext uri="{FF2B5EF4-FFF2-40B4-BE49-F238E27FC236}">
                <a16:creationId xmlns:a16="http://schemas.microsoft.com/office/drawing/2014/main" id="{F65779F7-28B1-998A-81DA-65486D460699}"/>
              </a:ext>
            </a:extLst>
          </p:cNvPr>
          <p:cNvSpPr>
            <a:spLocks noGrp="1"/>
          </p:cNvSpPr>
          <p:nvPr>
            <p:ph type="body" sz="quarter" idx="19"/>
          </p:nvPr>
        </p:nvSpPr>
        <p:spPr>
          <a:xfrm>
            <a:off x="9427463" y="2556796"/>
            <a:ext cx="2270325" cy="381190"/>
          </a:xfrm>
        </p:spPr>
        <p:txBody>
          <a:bodyPr/>
          <a:lstStyle/>
          <a:p>
            <a:r>
              <a:rPr lang="en-US" dirty="0" err="1"/>
              <a:t>RECOMMenD</a:t>
            </a:r>
            <a:endParaRPr lang="en-US" dirty="0"/>
          </a:p>
        </p:txBody>
      </p:sp>
      <p:sp>
        <p:nvSpPr>
          <p:cNvPr id="26" name="Text Placeholder 25">
            <a:extLst>
              <a:ext uri="{FF2B5EF4-FFF2-40B4-BE49-F238E27FC236}">
                <a16:creationId xmlns:a16="http://schemas.microsoft.com/office/drawing/2014/main" id="{7AD23EDF-26BB-D422-D3B7-7359B62131F0}"/>
              </a:ext>
            </a:extLst>
          </p:cNvPr>
          <p:cNvSpPr>
            <a:spLocks noGrp="1"/>
          </p:cNvSpPr>
          <p:nvPr>
            <p:ph type="body" sz="quarter" idx="24"/>
          </p:nvPr>
        </p:nvSpPr>
        <p:spPr>
          <a:xfrm>
            <a:off x="9489566" y="3243828"/>
            <a:ext cx="1996440" cy="778652"/>
          </a:xfrm>
        </p:spPr>
        <p:txBody>
          <a:bodyPr/>
          <a:lstStyle/>
          <a:p>
            <a:r>
              <a:rPr lang="en-US" dirty="0"/>
              <a:t>Q6 Product Strategies</a:t>
            </a:r>
          </a:p>
          <a:p>
            <a:r>
              <a:rPr lang="en-US" dirty="0"/>
              <a:t>Customer Retention </a:t>
            </a:r>
          </a:p>
          <a:p>
            <a:r>
              <a:rPr lang="en-US" dirty="0"/>
              <a:t>Store Audits</a:t>
            </a:r>
          </a:p>
        </p:txBody>
      </p:sp>
      <p:sp>
        <p:nvSpPr>
          <p:cNvPr id="27" name="Text Placeholder 26">
            <a:extLst>
              <a:ext uri="{FF2B5EF4-FFF2-40B4-BE49-F238E27FC236}">
                <a16:creationId xmlns:a16="http://schemas.microsoft.com/office/drawing/2014/main" id="{6C5AEE7D-8DA1-5EF1-26CD-9739C610CEB9}"/>
              </a:ext>
            </a:extLst>
          </p:cNvPr>
          <p:cNvSpPr>
            <a:spLocks noGrp="1"/>
          </p:cNvSpPr>
          <p:nvPr>
            <p:ph type="body" sz="quarter" idx="33"/>
          </p:nvPr>
        </p:nvSpPr>
        <p:spPr>
          <a:xfrm>
            <a:off x="9295256" y="4505738"/>
            <a:ext cx="1168908" cy="335470"/>
          </a:xfrm>
        </p:spPr>
        <p:txBody>
          <a:bodyPr/>
          <a:lstStyle/>
          <a:p>
            <a:r>
              <a:rPr lang="en-US" sz="1800" dirty="0"/>
              <a:t>Q1 2026</a:t>
            </a:r>
          </a:p>
        </p:txBody>
      </p:sp>
      <p:pic>
        <p:nvPicPr>
          <p:cNvPr id="48" name="Picture Placeholder 47" descr="Bullseye with solid fill">
            <a:extLst>
              <a:ext uri="{FF2B5EF4-FFF2-40B4-BE49-F238E27FC236}">
                <a16:creationId xmlns:a16="http://schemas.microsoft.com/office/drawing/2014/main" id="{712FE3A6-925D-8CDE-67ED-77C939DF2DF4}"/>
              </a:ext>
            </a:extLst>
          </p:cNvPr>
          <p:cNvPicPr>
            <a:picLocks noGrp="1" noChangeAspect="1"/>
          </p:cNvPicPr>
          <p:nvPr>
            <p:ph type="pic" sz="quarter" idx="39"/>
          </p:nvPr>
        </p:nvPicPr>
        <p:blipFill>
          <a:blip>
            <a:extLst>
              <a:ext uri="{96DAC541-7B7A-43D3-8B79-37D633B846F1}">
                <asvg:svgBlip xmlns:asvg="http://schemas.microsoft.com/office/drawing/2016/SVG/main" r:embed="rId7"/>
              </a:ext>
            </a:extLst>
          </a:blip>
          <a:srcRect/>
          <a:stretch>
            <a:fillRect/>
          </a:stretch>
        </p:blipFill>
        <p:spPr/>
      </p:pic>
      <p:sp>
        <p:nvSpPr>
          <p:cNvPr id="29" name="Text Placeholder 28">
            <a:extLst>
              <a:ext uri="{FF2B5EF4-FFF2-40B4-BE49-F238E27FC236}">
                <a16:creationId xmlns:a16="http://schemas.microsoft.com/office/drawing/2014/main" id="{A395A8D7-26D4-E231-2FDB-FD1A54E7FB15}"/>
              </a:ext>
            </a:extLst>
          </p:cNvPr>
          <p:cNvSpPr>
            <a:spLocks noGrp="1"/>
          </p:cNvSpPr>
          <p:nvPr>
            <p:ph type="body" sz="quarter" idx="34"/>
          </p:nvPr>
        </p:nvSpPr>
        <p:spPr>
          <a:xfrm>
            <a:off x="9318553" y="4902707"/>
            <a:ext cx="1150238" cy="335470"/>
          </a:xfrm>
        </p:spPr>
        <p:txBody>
          <a:bodyPr/>
          <a:lstStyle/>
          <a:p>
            <a:r>
              <a:rPr lang="en-US" sz="1200" dirty="0"/>
              <a:t>First Quarter Focus</a:t>
            </a:r>
          </a:p>
        </p:txBody>
      </p:sp>
      <p:pic>
        <p:nvPicPr>
          <p:cNvPr id="37" name="Picture Placeholder 36" descr="Research outline">
            <a:extLst>
              <a:ext uri="{FF2B5EF4-FFF2-40B4-BE49-F238E27FC236}">
                <a16:creationId xmlns:a16="http://schemas.microsoft.com/office/drawing/2014/main" id="{997809D3-44E7-4BD0-0EAA-71A64022C315}"/>
              </a:ext>
            </a:extLst>
          </p:cNvPr>
          <p:cNvPicPr>
            <a:picLocks noGrp="1" noChangeAspect="1"/>
          </p:cNvPicPr>
          <p:nvPr>
            <p:ph type="pic" sz="quarter" idx="14"/>
          </p:nvPr>
        </p:nvPicPr>
        <p:blipFill>
          <a:blip>
            <a:extLst>
              <a:ext uri="{96DAC541-7B7A-43D3-8B79-37D633B846F1}">
                <asvg:svgBlip xmlns:asvg="http://schemas.microsoft.com/office/drawing/2016/SVG/main" r:embed="rId8"/>
              </a:ext>
            </a:extLst>
          </a:blip>
          <a:srcRect t="96" b="96"/>
          <a:stretch>
            <a:fillRect/>
          </a:stretch>
        </p:blipFill>
        <p:spPr/>
      </p:pic>
      <p:cxnSp>
        <p:nvCxnSpPr>
          <p:cNvPr id="35" name="Straight Connector 34">
            <a:extLst>
              <a:ext uri="{FF2B5EF4-FFF2-40B4-BE49-F238E27FC236}">
                <a16:creationId xmlns:a16="http://schemas.microsoft.com/office/drawing/2014/main" id="{2CDA1692-F6A6-5B80-8860-7D45CDDE6425}"/>
              </a:ext>
              <a:ext uri="{C183D7F6-B498-43B3-948B-1728B52AA6E4}">
                <adec:decorative xmlns:adec="http://schemas.microsoft.com/office/drawing/2017/decorative" val="1"/>
              </a:ext>
            </a:extLst>
          </p:cNvPr>
          <p:cNvCxnSpPr>
            <a:cxnSpLocks/>
          </p:cNvCxnSpPr>
          <p:nvPr/>
        </p:nvCxnSpPr>
        <p:spPr>
          <a:xfrm>
            <a:off x="2199568" y="1475740"/>
            <a:ext cx="3291058"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8" name="Text Placeholder 13">
            <a:extLst>
              <a:ext uri="{FF2B5EF4-FFF2-40B4-BE49-F238E27FC236}">
                <a16:creationId xmlns:a16="http://schemas.microsoft.com/office/drawing/2014/main" id="{CB7AE664-C019-7B64-E734-E24B0AF2F93F}"/>
              </a:ext>
            </a:extLst>
          </p:cNvPr>
          <p:cNvSpPr txBox="1">
            <a:spLocks/>
          </p:cNvSpPr>
          <p:nvPr/>
        </p:nvSpPr>
        <p:spPr>
          <a:xfrm>
            <a:off x="5101400" y="4841812"/>
            <a:ext cx="893064" cy="335470"/>
          </a:xfrm>
          <a:prstGeom prst="rect">
            <a:avLst/>
          </a:prstGeom>
        </p:spPr>
        <p:txBody>
          <a:bodyPr vert="horz" lIns="91440" tIns="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cap="none" baseline="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Insights</a:t>
            </a:r>
          </a:p>
        </p:txBody>
      </p:sp>
    </p:spTree>
    <p:extLst>
      <p:ext uri="{BB962C8B-B14F-4D97-AF65-F5344CB8AC3E}">
        <p14:creationId xmlns:p14="http://schemas.microsoft.com/office/powerpoint/2010/main" val="3909628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EAF94D0C-DAA8-D6C0-ABF2-4A210E6E828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057308E-E784-9FFA-3A13-E391C97810E2}"/>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Territory Overview and Findings</a:t>
            </a:r>
            <a:endParaRPr kumimoji="0" lang="en-US" sz="30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5489C4EC-FBAD-443F-A182-7D7DE8DD9DA8}"/>
              </a:ext>
            </a:extLst>
          </p:cNvPr>
          <p:cNvSpPr/>
          <p:nvPr/>
        </p:nvSpPr>
        <p:spPr>
          <a:xfrm>
            <a:off x="365760" y="1298448"/>
            <a:ext cx="5541264" cy="2751037"/>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5518FAE-B6F6-9515-AD81-4CC77936F1DE}"/>
              </a:ext>
            </a:extLst>
          </p:cNvPr>
          <p:cNvSpPr/>
          <p:nvPr/>
        </p:nvSpPr>
        <p:spPr>
          <a:xfrm>
            <a:off x="6272784" y="1298448"/>
            <a:ext cx="5550408" cy="2751035"/>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21DA6245-6BE3-9AB3-3E1E-34557F8D4EEC}"/>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3AEB1298-15C7-B0B5-2A6C-74317F72EA64}"/>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 name="Shape 9">
            <a:extLst>
              <a:ext uri="{FF2B5EF4-FFF2-40B4-BE49-F238E27FC236}">
                <a16:creationId xmlns:a16="http://schemas.microsoft.com/office/drawing/2014/main" id="{40832792-1B7F-C52B-809B-3122E130EE01}"/>
              </a:ext>
            </a:extLst>
          </p:cNvPr>
          <p:cNvSpPr/>
          <p:nvPr/>
        </p:nvSpPr>
        <p:spPr>
          <a:xfrm>
            <a:off x="365760" y="1298448"/>
            <a:ext cx="5541264" cy="457200"/>
          </a:xfrm>
          <a:prstGeom prst="rect">
            <a:avLst/>
          </a:prstGeom>
          <a:solidFill>
            <a:srgbClr val="EDB0BC"/>
          </a:solidFill>
          <a:ln w="12700">
            <a:solidFill>
              <a:srgbClr val="EDB0BC"/>
            </a:solidFill>
            <a:prstDash val="solid"/>
          </a:ln>
        </p:spPr>
        <p:txBody>
          <a:bodyPr/>
          <a:lstStyle/>
          <a:p>
            <a:pPr algn="ctr"/>
            <a:r>
              <a:rPr lang="en-US" sz="1600" b="1" dirty="0">
                <a:solidFill>
                  <a:srgbClr val="2B2E42"/>
                </a:solidFill>
                <a:latin typeface="Avenir Next LT Pro" pitchFamily="34" charset="0"/>
                <a:ea typeface="Avenir Next LT Pro" pitchFamily="34" charset="-122"/>
                <a:cs typeface="Avenir Next LT Pro" pitchFamily="34" charset="-120"/>
              </a:rPr>
              <a:t>★  TEXAS  —  South Region</a:t>
            </a:r>
            <a:endParaRPr lang="en-US" sz="1600" dirty="0"/>
          </a:p>
        </p:txBody>
      </p:sp>
      <p:sp>
        <p:nvSpPr>
          <p:cNvPr id="8" name="Shape 22">
            <a:extLst>
              <a:ext uri="{FF2B5EF4-FFF2-40B4-BE49-F238E27FC236}">
                <a16:creationId xmlns:a16="http://schemas.microsoft.com/office/drawing/2014/main" id="{AD4FDD56-910E-3E46-C481-860A12066FC3}"/>
              </a:ext>
            </a:extLst>
          </p:cNvPr>
          <p:cNvSpPr/>
          <p:nvPr/>
        </p:nvSpPr>
        <p:spPr>
          <a:xfrm>
            <a:off x="6281928" y="1298448"/>
            <a:ext cx="5541264" cy="457200"/>
          </a:xfrm>
          <a:prstGeom prst="rect">
            <a:avLst/>
          </a:prstGeom>
          <a:solidFill>
            <a:srgbClr val="89CCFD"/>
          </a:solidFill>
          <a:ln w="12700">
            <a:solidFill>
              <a:srgbClr val="89CCFD"/>
            </a:solidFill>
            <a:prstDash val="solid"/>
          </a:ln>
        </p:spPr>
        <p:txBody>
          <a:bodyPr/>
          <a:lstStyle/>
          <a:p>
            <a:pPr algn="ctr"/>
            <a:r>
              <a:rPr lang="en-US" sz="1600" b="1" dirty="0">
                <a:solidFill>
                  <a:srgbClr val="2B2E42"/>
                </a:solidFill>
                <a:latin typeface="Avenir Next LT Pro" pitchFamily="34" charset="0"/>
                <a:ea typeface="Avenir Next LT Pro" pitchFamily="34" charset="-122"/>
                <a:cs typeface="Avenir Next LT Pro" pitchFamily="34" charset="-120"/>
              </a:rPr>
              <a:t>◆  NEW JERSEY  —  Northeast Region</a:t>
            </a:r>
            <a:endParaRPr lang="en-US" sz="1600" dirty="0"/>
          </a:p>
        </p:txBody>
      </p:sp>
      <p:sp>
        <p:nvSpPr>
          <p:cNvPr id="9" name="Shape 0">
            <a:extLst>
              <a:ext uri="{FF2B5EF4-FFF2-40B4-BE49-F238E27FC236}">
                <a16:creationId xmlns:a16="http://schemas.microsoft.com/office/drawing/2014/main" id="{ECBA58C9-EB30-8F24-C48E-44FCFAD0EB77}"/>
              </a:ext>
            </a:extLst>
          </p:cNvPr>
          <p:cNvSpPr/>
          <p:nvPr/>
        </p:nvSpPr>
        <p:spPr>
          <a:xfrm>
            <a:off x="365760" y="164592"/>
            <a:ext cx="2011680" cy="329184"/>
          </a:xfrm>
          <a:prstGeom prst="roundRect">
            <a:avLst>
              <a:gd name="adj" fmla="val 25000"/>
            </a:avLst>
          </a:prstGeom>
          <a:solidFill>
            <a:srgbClr val="FBEBAC"/>
          </a:solidFill>
          <a:ln w="12700">
            <a:solidFill>
              <a:srgbClr val="F4CE2F"/>
            </a:solidFill>
            <a:prstDash val="solid"/>
          </a:ln>
        </p:spPr>
        <p:txBody>
          <a:bodyPr/>
          <a:lstStyle/>
          <a:p>
            <a:r>
              <a:rPr lang="en-US" sz="1000" b="1" dirty="0">
                <a:solidFill>
                  <a:srgbClr val="2B2E42"/>
                </a:solidFill>
                <a:latin typeface="Avenir Next LT Pro" pitchFamily="34" charset="0"/>
                <a:ea typeface="Avenir Next LT Pro" pitchFamily="34" charset="-122"/>
                <a:cs typeface="Avenir Next LT Pro" pitchFamily="34" charset="-120"/>
              </a:rPr>
              <a:t>Q1 — TERRITORY</a:t>
            </a:r>
            <a:endParaRPr lang="en-US" sz="1000" dirty="0"/>
          </a:p>
          <a:p>
            <a:endParaRPr lang="en-US" dirty="0"/>
          </a:p>
        </p:txBody>
      </p:sp>
      <p:sp>
        <p:nvSpPr>
          <p:cNvPr id="17" name="TextBox 16">
            <a:extLst>
              <a:ext uri="{FF2B5EF4-FFF2-40B4-BE49-F238E27FC236}">
                <a16:creationId xmlns:a16="http://schemas.microsoft.com/office/drawing/2014/main" id="{7F05D7AC-EBC8-6A0A-8306-DD0BBBD8417D}"/>
              </a:ext>
            </a:extLst>
          </p:cNvPr>
          <p:cNvSpPr txBox="1"/>
          <p:nvPr/>
        </p:nvSpPr>
        <p:spPr>
          <a:xfrm>
            <a:off x="450669" y="1865375"/>
            <a:ext cx="5270862"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Territory Manager: </a:t>
            </a:r>
            <a:r>
              <a:rPr lang="en-US" sz="1400" dirty="0"/>
              <a:t>Jeff "Howdy" Richards</a:t>
            </a:r>
          </a:p>
          <a:p>
            <a:endParaRPr lang="en-US" sz="1400" dirty="0"/>
          </a:p>
          <a:p>
            <a:pPr marL="285750" indent="-285750">
              <a:buFont typeface="Arial" panose="020B0604020202020204" pitchFamily="34" charset="0"/>
              <a:buChar char="•"/>
            </a:pPr>
            <a:r>
              <a:rPr lang="en-US" sz="1400" b="1" dirty="0"/>
              <a:t>Total Stores: </a:t>
            </a:r>
            <a:r>
              <a:rPr lang="en-US" sz="1400" dirty="0"/>
              <a:t>11 stores  (Store IDs 901–911)</a:t>
            </a:r>
          </a:p>
          <a:p>
            <a:endParaRPr lang="en-US" sz="1400" dirty="0"/>
          </a:p>
          <a:p>
            <a:pPr marL="285750" indent="-285750">
              <a:buFont typeface="Arial" panose="020B0604020202020204" pitchFamily="34" charset="0"/>
              <a:buChar char="•"/>
            </a:pPr>
            <a:r>
              <a:rPr lang="en-US" sz="1400" b="1" dirty="0"/>
              <a:t>Store Locations: </a:t>
            </a:r>
            <a:r>
              <a:rPr lang="en-US" sz="1400" dirty="0"/>
              <a:t>Arlington, Austin, Bacliff, Baytown, Beaumont, Cedar Park, Dallas, Denton, Desoto, Fort Worth, Georgetown</a:t>
            </a:r>
          </a:p>
          <a:p>
            <a:endParaRPr lang="en-US" sz="1400" dirty="0"/>
          </a:p>
          <a:p>
            <a:pPr marL="285750" indent="-285750">
              <a:buFont typeface="Arial" panose="020B0604020202020204" pitchFamily="34" charset="0"/>
              <a:buChar char="•"/>
            </a:pPr>
            <a:r>
              <a:rPr lang="en-US" sz="1400" b="1" dirty="0"/>
              <a:t>Region:</a:t>
            </a:r>
            <a:r>
              <a:rPr lang="en-US" sz="1400" dirty="0"/>
              <a:t> South</a:t>
            </a:r>
          </a:p>
        </p:txBody>
      </p:sp>
      <p:sp>
        <p:nvSpPr>
          <p:cNvPr id="18" name="TextBox 17">
            <a:extLst>
              <a:ext uri="{FF2B5EF4-FFF2-40B4-BE49-F238E27FC236}">
                <a16:creationId xmlns:a16="http://schemas.microsoft.com/office/drawing/2014/main" id="{D8A64438-E06F-AFBC-3A62-FC572BDB94F6}"/>
              </a:ext>
            </a:extLst>
          </p:cNvPr>
          <p:cNvSpPr txBox="1"/>
          <p:nvPr/>
        </p:nvSpPr>
        <p:spPr>
          <a:xfrm>
            <a:off x="6412557" y="1810512"/>
            <a:ext cx="5270862" cy="2246769"/>
          </a:xfrm>
          <a:prstGeom prst="rect">
            <a:avLst/>
          </a:prstGeom>
          <a:noFill/>
        </p:spPr>
        <p:txBody>
          <a:bodyPr wrap="square" rtlCol="0">
            <a:spAutoFit/>
          </a:bodyPr>
          <a:lstStyle/>
          <a:p>
            <a:pPr marL="285750" indent="-285750">
              <a:buFont typeface="Arial" panose="020B0604020202020204" pitchFamily="34" charset="0"/>
              <a:buChar char="•"/>
            </a:pPr>
            <a:r>
              <a:rPr lang="en-US" sz="1400" b="1" dirty="0"/>
              <a:t>Territory Manager: </a:t>
            </a:r>
            <a:r>
              <a:rPr lang="en-US" sz="1400" dirty="0"/>
              <a:t>Miami Vue</a:t>
            </a:r>
          </a:p>
          <a:p>
            <a:endParaRPr lang="en-US" sz="1400" dirty="0"/>
          </a:p>
          <a:p>
            <a:pPr marL="285750" indent="-285750">
              <a:buFont typeface="Arial" panose="020B0604020202020204" pitchFamily="34" charset="0"/>
              <a:buChar char="•"/>
            </a:pPr>
            <a:r>
              <a:rPr lang="en-US" sz="1400" b="1" dirty="0"/>
              <a:t>Total Stores: </a:t>
            </a:r>
            <a:r>
              <a:rPr lang="en-US" sz="1400" dirty="0"/>
              <a:t>16 stores  (Store IDs 824-839)</a:t>
            </a:r>
          </a:p>
          <a:p>
            <a:endParaRPr lang="en-US" sz="1400" dirty="0"/>
          </a:p>
          <a:p>
            <a:pPr marL="285750" indent="-285750">
              <a:buFont typeface="Arial" panose="020B0604020202020204" pitchFamily="34" charset="0"/>
              <a:buChar char="•"/>
            </a:pPr>
            <a:r>
              <a:rPr lang="en-US" sz="1400" b="1" dirty="0"/>
              <a:t>Store Locations: </a:t>
            </a:r>
            <a:r>
              <a:rPr lang="en-US" sz="1400" dirty="0"/>
              <a:t>Atlantic City, Bayonne, Cape May, Clifton, East Orange, Hackensack, Hoboken, Jersey City, Montclair, Morristown, New Brunswick, Newark, Passaic, Paterson, Trenton, Vineland</a:t>
            </a:r>
          </a:p>
          <a:p>
            <a:endParaRPr lang="en-US" sz="1400" dirty="0"/>
          </a:p>
          <a:p>
            <a:pPr marL="285750" indent="-285750">
              <a:buFont typeface="Arial" panose="020B0604020202020204" pitchFamily="34" charset="0"/>
              <a:buChar char="•"/>
            </a:pPr>
            <a:r>
              <a:rPr lang="en-US" sz="1400" b="1" dirty="0"/>
              <a:t>Region:</a:t>
            </a:r>
            <a:r>
              <a:rPr lang="en-US" sz="1400" dirty="0"/>
              <a:t> Northeast</a:t>
            </a:r>
          </a:p>
        </p:txBody>
      </p:sp>
      <p:sp>
        <p:nvSpPr>
          <p:cNvPr id="19" name="Rectangle: Rounded Corners 18">
            <a:extLst>
              <a:ext uri="{FF2B5EF4-FFF2-40B4-BE49-F238E27FC236}">
                <a16:creationId xmlns:a16="http://schemas.microsoft.com/office/drawing/2014/main" id="{908192EF-F5A2-4EED-0B2F-1DC4071642AA}"/>
              </a:ext>
            </a:extLst>
          </p:cNvPr>
          <p:cNvSpPr/>
          <p:nvPr/>
        </p:nvSpPr>
        <p:spPr>
          <a:xfrm>
            <a:off x="333549" y="4209554"/>
            <a:ext cx="11430000" cy="2092661"/>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Getting Results:</a:t>
            </a:r>
            <a:endParaRPr lang="en-US" dirty="0"/>
          </a:p>
          <a:p>
            <a:r>
              <a:rPr lang="en-US" dirty="0"/>
              <a:t>Filtered </a:t>
            </a:r>
            <a:r>
              <a:rPr lang="en-US" dirty="0" err="1"/>
              <a:t>store_details</a:t>
            </a:r>
            <a:r>
              <a:rPr lang="en-US" dirty="0"/>
              <a:t> using </a:t>
            </a:r>
            <a:r>
              <a:rPr lang="en-US" b="1" dirty="0"/>
              <a:t>.</a:t>
            </a:r>
            <a:r>
              <a:rPr lang="en-US" b="1" dirty="0" err="1"/>
              <a:t>isin</a:t>
            </a:r>
            <a:r>
              <a:rPr lang="en-US" b="1" dirty="0"/>
              <a:t>(['Texas', 'New Jersey’]) </a:t>
            </a:r>
            <a:r>
              <a:rPr lang="en-US" dirty="0"/>
              <a:t>to isolate assigned territories, then extracted territory managers and store information from rows where the condition was true.</a:t>
            </a:r>
          </a:p>
          <a:p>
            <a:endParaRPr lang="en-US" dirty="0"/>
          </a:p>
          <a:p>
            <a:r>
              <a:rPr lang="en-US" b="1" dirty="0"/>
              <a:t>Findings: </a:t>
            </a:r>
          </a:p>
          <a:p>
            <a:r>
              <a:rPr lang="en-US" dirty="0"/>
              <a:t>New Jersey operates 5 more stores than Texas, a cross-region difference that will be  a recurring factor throughout the revenue and performance analysis</a:t>
            </a:r>
          </a:p>
        </p:txBody>
      </p:sp>
    </p:spTree>
    <p:extLst>
      <p:ext uri="{BB962C8B-B14F-4D97-AF65-F5344CB8AC3E}">
        <p14:creationId xmlns:p14="http://schemas.microsoft.com/office/powerpoint/2010/main" val="420090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F83E5D51-F038-69CE-6469-43F096D4276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B786BCE-B7C4-E761-CD11-9A6E9B340B13}"/>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Monthly Territory Revenue Performance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6FAED62-E3D6-02F5-D5DF-0E330345104F}"/>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7AB531B9-B227-6D49-B1FF-02FAF36B9E9F}"/>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61FBABB1-948B-2451-C694-8BAD8FF4D27C}"/>
              </a:ext>
            </a:extLst>
          </p:cNvPr>
          <p:cNvSpPr/>
          <p:nvPr/>
        </p:nvSpPr>
        <p:spPr>
          <a:xfrm>
            <a:off x="365760" y="164592"/>
            <a:ext cx="2011680" cy="329184"/>
          </a:xfrm>
          <a:prstGeom prst="roundRect">
            <a:avLst>
              <a:gd name="adj" fmla="val 25000"/>
            </a:avLst>
          </a:prstGeom>
          <a:solidFill>
            <a:schemeClr val="accent3">
              <a:lumMod val="60000"/>
              <a:lumOff val="40000"/>
            </a:schemeClr>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Q2 — Revenue</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253A6620-5498-F02B-9E4D-B080E97F8E36}"/>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1D68707D-483B-C587-D70C-AE3A295B306F}"/>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01C88E81-FD6E-6EBD-4DF5-F32B366A556B}"/>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07EF1C18-EF1B-D00E-F328-6DA53805F70A}"/>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descr="The image depicts a line chart showing the monthly revenue trend for two territories, New Jersey and Texas, with projected peaks in October 2025.  AI-generated content may be incorrect.">
            <a:extLst>
              <a:ext uri="{FF2B5EF4-FFF2-40B4-BE49-F238E27FC236}">
                <a16:creationId xmlns:a16="http://schemas.microsoft.com/office/drawing/2014/main" id="{CB61C1EE-0406-15FC-1A17-DAEDB76E2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51" y="1370292"/>
            <a:ext cx="6570618" cy="3082943"/>
          </a:xfrm>
          <a:prstGeom prst="rect">
            <a:avLst/>
          </a:prstGeom>
        </p:spPr>
      </p:pic>
      <p:pic>
        <p:nvPicPr>
          <p:cNvPr id="13" name="Picture 12" descr="The provided text describes a data processing workflow where sales data is merged based on shared store IDs, grouped by state and month, and then pivoted for easy comparison and visualization.  AI-generated content may be incorrect.">
            <a:extLst>
              <a:ext uri="{FF2B5EF4-FFF2-40B4-BE49-F238E27FC236}">
                <a16:creationId xmlns:a16="http://schemas.microsoft.com/office/drawing/2014/main" id="{A7EA4A28-709C-DE46-8AAD-0D140F7392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2988" y="1370292"/>
            <a:ext cx="4099561" cy="3032106"/>
          </a:xfrm>
          <a:prstGeom prst="rect">
            <a:avLst/>
          </a:prstGeom>
        </p:spPr>
      </p:pic>
      <p:sp>
        <p:nvSpPr>
          <p:cNvPr id="15" name="Rectangle: Rounded Corners 14">
            <a:extLst>
              <a:ext uri="{FF2B5EF4-FFF2-40B4-BE49-F238E27FC236}">
                <a16:creationId xmlns:a16="http://schemas.microsoft.com/office/drawing/2014/main" id="{5DF57E47-6631-D88A-BF37-B1E663087B81}"/>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b="1" dirty="0"/>
              <a:t>Getting Results:</a:t>
            </a:r>
            <a:r>
              <a:rPr lang="en-US" sz="1500" dirty="0"/>
              <a:t> Merged </a:t>
            </a:r>
            <a:r>
              <a:rPr lang="en-US" sz="1500" dirty="0" err="1"/>
              <a:t>store_sales</a:t>
            </a:r>
            <a:r>
              <a:rPr lang="en-US" sz="1500" dirty="0"/>
              <a:t> with assigned territories on Store ID, grouped by State and </a:t>
            </a:r>
            <a:r>
              <a:rPr lang="en-US" sz="1500" dirty="0" err="1"/>
              <a:t>YearMonth</a:t>
            </a:r>
            <a:r>
              <a:rPr lang="en-US" sz="1500" dirty="0"/>
              <a:t>, then pivoted for side-by-side territory comparison.</a:t>
            </a:r>
          </a:p>
          <a:p>
            <a:endParaRPr lang="en-US" sz="1500" dirty="0"/>
          </a:p>
          <a:p>
            <a:r>
              <a:rPr lang="en-US" sz="1500" b="1" dirty="0"/>
              <a:t>Findings:</a:t>
            </a:r>
            <a:r>
              <a:rPr lang="en-US" sz="1500" dirty="0"/>
              <a:t> New Jersey consistently outperformed Texas across all 48 months. Both territories show an upward trend confirmed by regression lines, with a synchronized peak in October 2025 with NJ at $250,830 and TX at $168,956. Recurring dips during winter months suggest a student consumer base. NJ's regression slope is steeper than Texas, projecting stronger revenue momentum into 2026.</a:t>
            </a:r>
          </a:p>
        </p:txBody>
      </p:sp>
    </p:spTree>
    <p:extLst>
      <p:ext uri="{BB962C8B-B14F-4D97-AF65-F5344CB8AC3E}">
        <p14:creationId xmlns:p14="http://schemas.microsoft.com/office/powerpoint/2010/main" val="4196441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8A679FCE-B8BF-3056-0C2D-8B908D0AD36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B70386F-ACBA-6B08-99A0-627BE738DAEA}"/>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Store Rankings by Territory Sales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7FFC5FE-5691-AE69-95FB-808144AE1281}"/>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05B876ED-146C-88D8-AEE6-6C7524E9DCE2}"/>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6AB3095B-A5D7-A33F-1F48-EDEA775CF8A2}"/>
              </a:ext>
            </a:extLst>
          </p:cNvPr>
          <p:cNvSpPr/>
          <p:nvPr/>
        </p:nvSpPr>
        <p:spPr>
          <a:xfrm>
            <a:off x="365760" y="164592"/>
            <a:ext cx="2011680" cy="329184"/>
          </a:xfrm>
          <a:prstGeom prst="roundRect">
            <a:avLst>
              <a:gd name="adj" fmla="val 25000"/>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Q3 — Store Rankings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7FA4C0C4-C464-42E2-DF08-60D3A083FDA1}"/>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3F3D56C4-A2F2-5B76-211B-95CB10EF4B00}"/>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98A1776F-E3FA-995D-57FD-7F0EC0F72016}"/>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9D2F758C-187E-C0C1-CBCC-E04524129521}"/>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9C1082CE-8E46-3727-AB7F-2AFFCDE965C0}"/>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b="1" dirty="0"/>
              <a:t>Getting Results:</a:t>
            </a:r>
            <a:r>
              <a:rPr lang="en-US" sz="1500" dirty="0"/>
              <a:t> Grouped </a:t>
            </a:r>
            <a:r>
              <a:rPr lang="en-US" sz="1500" dirty="0" err="1"/>
              <a:t>territory_sales</a:t>
            </a:r>
            <a:r>
              <a:rPr lang="en-US" sz="1500" dirty="0"/>
              <a:t> by State, Store ID, and Store Location using .</a:t>
            </a:r>
            <a:r>
              <a:rPr lang="en-US" sz="1500" dirty="0" err="1"/>
              <a:t>agg</a:t>
            </a:r>
            <a:r>
              <a:rPr lang="en-US" sz="1500" dirty="0"/>
              <a:t>() to calculate both total revenue and transaction count simultaneously and add them as new columns. Then filtered by state and total revenue and sorted descending with assigned ranks.</a:t>
            </a:r>
          </a:p>
          <a:p>
            <a:endParaRPr lang="en-US" sz="1500" dirty="0"/>
          </a:p>
          <a:p>
            <a:r>
              <a:rPr lang="en-US" sz="1500" b="1" dirty="0"/>
              <a:t>Findings:</a:t>
            </a:r>
            <a:r>
              <a:rPr lang="en-US" sz="1500" dirty="0"/>
              <a:t> Beaumont (TX) ranks #1 overall at $637,819 across both territories. Newark (NJ) leads New Jersey at $623,164. Most stores cluster between $285K–$355K, confirming NJ's revenue dominance is driven by store count rather than individual store quality. Dallas (TX) and Paterson (NJ) are notable outliers warranting </a:t>
            </a:r>
            <a:r>
              <a:rPr lang="en-US" sz="1600" dirty="0"/>
              <a:t>store quality audits and targeted local marketing campaigns.</a:t>
            </a:r>
            <a:endParaRPr lang="en-US" sz="1500" dirty="0"/>
          </a:p>
        </p:txBody>
      </p:sp>
      <p:pic>
        <p:nvPicPr>
          <p:cNvPr id="8" name="Picture 7" descr="The image displays a bar chart comparing the top five highest revenue-generating stores in Texas, with Beaumont and Newark being the top two, and includes a scale for revenue amounts.  AI-generated content may be incorrect.">
            <a:extLst>
              <a:ext uri="{FF2B5EF4-FFF2-40B4-BE49-F238E27FC236}">
                <a16:creationId xmlns:a16="http://schemas.microsoft.com/office/drawing/2014/main" id="{8FD332A0-E92B-078F-CD6F-ECB843524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128" y="1414458"/>
            <a:ext cx="6626984" cy="3052897"/>
          </a:xfrm>
          <a:prstGeom prst="rect">
            <a:avLst/>
          </a:prstGeom>
        </p:spPr>
      </p:pic>
      <p:pic>
        <p:nvPicPr>
          <p:cNvPr id="12" name="Picture 11" descr="The image shows a code snippet in a programming language, likely Python, demonstrating how to group data by 'State', 'Store ID', and 'Store Location', and then calculate total revenue and transaction count for each group, followed by sorting and ranking based on total revenue.  AI-generated content may be incorrect.">
            <a:extLst>
              <a:ext uri="{FF2B5EF4-FFF2-40B4-BE49-F238E27FC236}">
                <a16:creationId xmlns:a16="http://schemas.microsoft.com/office/drawing/2014/main" id="{31DEA03D-72D9-A22D-63CC-FB3C334103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6703" y="1345259"/>
            <a:ext cx="3983520" cy="3122095"/>
          </a:xfrm>
          <a:prstGeom prst="rect">
            <a:avLst/>
          </a:prstGeom>
          <a:solidFill>
            <a:srgbClr val="F5F5F5"/>
          </a:solidFill>
        </p:spPr>
      </p:pic>
    </p:spTree>
    <p:extLst>
      <p:ext uri="{BB962C8B-B14F-4D97-AF65-F5344CB8AC3E}">
        <p14:creationId xmlns:p14="http://schemas.microsoft.com/office/powerpoint/2010/main" val="1171356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79CD9361-BCC0-911E-D8B6-6AE591A23EA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65A546E-80E2-181A-17B3-837B8F0282DE}"/>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Top Rewards Customers by Territory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FDF280E-3718-55F5-9D22-CE967C579C05}"/>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A8FEC409-F42F-AE87-6CF6-FA0FC5193228}"/>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731577D3-A1E9-6461-D2CA-A95E78EDCE5B}"/>
              </a:ext>
            </a:extLst>
          </p:cNvPr>
          <p:cNvSpPr/>
          <p:nvPr/>
        </p:nvSpPr>
        <p:spPr>
          <a:xfrm>
            <a:off x="365760" y="164592"/>
            <a:ext cx="2011680" cy="329184"/>
          </a:xfrm>
          <a:prstGeom prst="roundRect">
            <a:avLst>
              <a:gd name="adj" fmla="val 25000"/>
            </a:avLst>
          </a:prstGeom>
          <a:solidFill>
            <a:srgbClr val="89CCFD"/>
          </a:solidFill>
          <a:ln w="12700">
            <a:solidFill>
              <a:srgbClr val="0070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Q4 — Top Customers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36B6BFDE-86B8-DA0C-9F84-2C12F493D52B}"/>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0E4CDF88-F6FE-4676-9FB6-DE2C2C622A30}"/>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C26D66C8-CC3D-673C-E7AD-F13FFDDCDB17}"/>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CBC3058A-F7A8-25BA-CC3A-76EE8E80A73E}"/>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A83936AF-441E-334B-1C81-DAEC31236156}"/>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t>Getting Results:</a:t>
            </a:r>
            <a:r>
              <a:rPr lang="en-US" sz="1400" dirty="0"/>
              <a:t> Left merged </a:t>
            </a:r>
            <a:r>
              <a:rPr lang="en-US" sz="1400" dirty="0" err="1"/>
              <a:t>territory_sales</a:t>
            </a:r>
            <a:r>
              <a:rPr lang="en-US" sz="1400" dirty="0"/>
              <a:t> with </a:t>
            </a:r>
            <a:r>
              <a:rPr lang="en-US" sz="1400" dirty="0" err="1"/>
              <a:t>customer_list</a:t>
            </a:r>
            <a:r>
              <a:rPr lang="en-US" sz="1400" dirty="0"/>
              <a:t> on </a:t>
            </a:r>
            <a:r>
              <a:rPr lang="en-US" sz="1400" dirty="0" err="1"/>
              <a:t>RewardsID</a:t>
            </a:r>
            <a:r>
              <a:rPr lang="en-US" sz="1400" dirty="0"/>
              <a:t> and </a:t>
            </a:r>
            <a:r>
              <a:rPr lang="en-US" sz="1400" dirty="0" err="1"/>
              <a:t>cust_id</a:t>
            </a:r>
            <a:r>
              <a:rPr lang="en-US" sz="1400" dirty="0"/>
              <a:t> — different column names requiring </a:t>
            </a:r>
            <a:r>
              <a:rPr lang="en-US" sz="1400" dirty="0" err="1"/>
              <a:t>left_on</a:t>
            </a:r>
            <a:r>
              <a:rPr lang="en-US" sz="1400" dirty="0"/>
              <a:t>/</a:t>
            </a:r>
            <a:r>
              <a:rPr lang="en-US" sz="1400" dirty="0" err="1"/>
              <a:t>right_on</a:t>
            </a:r>
            <a:r>
              <a:rPr lang="en-US" sz="1400" dirty="0"/>
              <a:t>. Filtered to rewards members only using .</a:t>
            </a:r>
            <a:r>
              <a:rPr lang="en-US" sz="1400" dirty="0" err="1"/>
              <a:t>notna</a:t>
            </a:r>
            <a:r>
              <a:rPr lang="en-US" sz="1400" dirty="0"/>
              <a:t>(), then grouped by customer to calculate total spend and transaction count.</a:t>
            </a:r>
          </a:p>
          <a:p>
            <a:endParaRPr lang="en-US" sz="1400" dirty="0"/>
          </a:p>
          <a:p>
            <a:r>
              <a:rPr lang="en-US" sz="1400" b="1" dirty="0"/>
              <a:t>Findings:</a:t>
            </a:r>
            <a:r>
              <a:rPr lang="en-US" sz="1400" dirty="0"/>
              <a:t> Texas' top rewards customer is Nate Jacobs at $5,241 across 10 transactions ($524 avg). New Jersey's top spender is Ben Linus at $4,811 across 8 transactions ($601 avg). Despite NJ's overall revenue dominance, Texas claims the top individual rewards spender. A critical data gap exists because the other non-rewards transactions cannot be individually tracked. This gap suggests that email-based rewards expansion may be a more inclusive tracking system. </a:t>
            </a:r>
          </a:p>
        </p:txBody>
      </p:sp>
      <p:pic>
        <p:nvPicPr>
          <p:cNvPr id="10" name="Picture 9" descr="The image is a bar chart displaying the top five customers by spend in different territories, with Texas and New Jersey being the highest spenders.  AI-generated content may be incorrect.">
            <a:extLst>
              <a:ext uri="{FF2B5EF4-FFF2-40B4-BE49-F238E27FC236}">
                <a16:creationId xmlns:a16="http://schemas.microsoft.com/office/drawing/2014/main" id="{5E9FB46C-DCE6-A178-A246-1DE772159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82" y="1345260"/>
            <a:ext cx="6811903" cy="3191294"/>
          </a:xfrm>
          <a:prstGeom prst="rect">
            <a:avLst/>
          </a:prstGeom>
        </p:spPr>
      </p:pic>
      <p:pic>
        <p:nvPicPr>
          <p:cNvPr id="13" name="Picture 12" descr="The image depicts a data analysis process, specifically a series of pandas DataFrame operations merging sales and customer data, followed by filtering and aggregation to identify top spenders in Texas and New Jersey.  AI-generated content may be incorrect.">
            <a:extLst>
              <a:ext uri="{FF2B5EF4-FFF2-40B4-BE49-F238E27FC236}">
                <a16:creationId xmlns:a16="http://schemas.microsoft.com/office/drawing/2014/main" id="{F6B787FA-E3E7-EFE8-5EAF-E09CB0C69D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699" y="1345260"/>
            <a:ext cx="3707150" cy="3191294"/>
          </a:xfrm>
          <a:prstGeom prst="rect">
            <a:avLst/>
          </a:prstGeom>
        </p:spPr>
      </p:pic>
    </p:spTree>
    <p:extLst>
      <p:ext uri="{BB962C8B-B14F-4D97-AF65-F5344CB8AC3E}">
        <p14:creationId xmlns:p14="http://schemas.microsoft.com/office/powerpoint/2010/main" val="884845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C256BCA3-5365-E67D-EB97-74FF31E2A1D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98282E9-742F-34AF-FE02-265C0ED91263}"/>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Product Category Performance by Territory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15794D96-B6E5-8252-2C88-E435E16AE21A}"/>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9C247E07-4867-45BF-4E90-9694801AA5B5}"/>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3AF941BE-B074-1089-0066-9EF4F46E7526}"/>
              </a:ext>
            </a:extLst>
          </p:cNvPr>
          <p:cNvSpPr/>
          <p:nvPr/>
        </p:nvSpPr>
        <p:spPr>
          <a:xfrm>
            <a:off x="365760" y="164592"/>
            <a:ext cx="2011680" cy="329184"/>
          </a:xfrm>
          <a:prstGeom prst="roundRect">
            <a:avLst>
              <a:gd name="adj" fmla="val 25000"/>
            </a:avLst>
          </a:prstGeom>
          <a:solidFill>
            <a:srgbClr val="9DECD9"/>
          </a:solidFill>
          <a:ln w="12700">
            <a:solidFill>
              <a:schemeClr val="accent6">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Q5 — </a:t>
            </a:r>
            <a:r>
              <a:rPr lang="en-US" sz="1000" b="1" dirty="0">
                <a:solidFill>
                  <a:srgbClr val="2B2E42"/>
                </a:solidFill>
                <a:latin typeface="Avenir Next LT Pro" pitchFamily="34" charset="0"/>
                <a:ea typeface="Avenir Next LT Pro" pitchFamily="34" charset="-122"/>
                <a:cs typeface="Avenir Next LT Pro" pitchFamily="34" charset="-120"/>
              </a:rPr>
              <a:t>Product Categories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26E6EC37-DA00-7BC1-2DF2-BE61A3BCD85F}"/>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AA2E08FB-BE39-CA7C-285C-3A56D65EC574}"/>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F625D364-006D-165D-0111-DB569B2CF09E}"/>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442317C0-05C8-7FF7-B458-42E1AF2BB984}"/>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0A6B4910-424D-9A62-A1DC-1FDEE0039513}"/>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b="1" dirty="0"/>
              <a:t>Getting Results:</a:t>
            </a:r>
            <a:r>
              <a:rPr lang="en-US" sz="1300" dirty="0"/>
              <a:t> Used </a:t>
            </a:r>
            <a:r>
              <a:rPr lang="en-US" sz="1300" dirty="0" err="1"/>
              <a:t>drop_duplicates</a:t>
            </a:r>
            <a:r>
              <a:rPr lang="en-US" sz="1300" dirty="0"/>
              <a:t>() on </a:t>
            </a:r>
            <a:r>
              <a:rPr lang="en-US" sz="1300" dirty="0" err="1"/>
              <a:t>ProductCategories</a:t>
            </a:r>
            <a:r>
              <a:rPr lang="en-US" sz="1300" dirty="0"/>
              <a:t> before merging to prevent duplicates. Chained two merges: </a:t>
            </a:r>
            <a:r>
              <a:rPr lang="en-US" sz="1300" dirty="0" err="1"/>
              <a:t>territory_sales</a:t>
            </a:r>
            <a:r>
              <a:rPr lang="en-US" sz="1300" dirty="0"/>
              <a:t> to products on shared Prod Num, and then on categories through shared </a:t>
            </a:r>
            <a:r>
              <a:rPr lang="en-US" sz="1300" dirty="0" err="1"/>
              <a:t>CategoryID</a:t>
            </a:r>
            <a:r>
              <a:rPr lang="en-US" sz="1300" dirty="0"/>
              <a:t>. Grouped by State and Category using .</a:t>
            </a:r>
            <a:r>
              <a:rPr lang="en-US" sz="1300" dirty="0" err="1"/>
              <a:t>agg</a:t>
            </a:r>
            <a:r>
              <a:rPr lang="en-US" sz="1300" dirty="0"/>
              <a:t>(), then pivoted for the grouped bar chart visualization.</a:t>
            </a:r>
          </a:p>
          <a:p>
            <a:endParaRPr lang="en-US" sz="1300" dirty="0"/>
          </a:p>
          <a:p>
            <a:r>
              <a:rPr lang="en-US" sz="1300" b="1" dirty="0"/>
              <a:t>Findings:</a:t>
            </a:r>
            <a:r>
              <a:rPr lang="en-US" sz="1300" dirty="0"/>
              <a:t> Technology &amp; Accessories dominates both territories generating approximately $3.6M in NJ and $2.4M in TX — far exceeding every other category. Stationery and Supplies ranks highest in transaction count but generates disproportionately low revenue, suggesting customers purchase frequently but spend minimally per visit, presenting a strong bundle opportunity. Books (General) shows the lowest revenue and transaction count across both territories.</a:t>
            </a:r>
          </a:p>
        </p:txBody>
      </p:sp>
      <p:pic>
        <p:nvPicPr>
          <p:cNvPr id="8" name="Picture 7" descr="The diagram displays a breakdown of total revenue by product categories (Art Supplies, Textbooks, Books, Apparel and Merchandise, Stationery and Supplies, Technology &amp; Accessories) across various territories (New Jersey, Texas), with New Jersey having the highest revenue.  AI-generated content may be incorrect.">
            <a:extLst>
              <a:ext uri="{FF2B5EF4-FFF2-40B4-BE49-F238E27FC236}">
                <a16:creationId xmlns:a16="http://schemas.microsoft.com/office/drawing/2014/main" id="{F071D935-7FDA-FB4D-56DF-6761D5D03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99" y="1373256"/>
            <a:ext cx="6589560" cy="3135300"/>
          </a:xfrm>
          <a:prstGeom prst="rect">
            <a:avLst/>
          </a:prstGeom>
        </p:spPr>
      </p:pic>
      <p:pic>
        <p:nvPicPr>
          <p:cNvPr id="12" name="Picture 11" descr="The provided text describes a process for data manipulation in Python using pandas to prepare a dataset for visualization, including removing duplicate categories, merging tables, and creating a pivot table for a bar chart.  AI-generated content may be incorrect.">
            <a:extLst>
              <a:ext uri="{FF2B5EF4-FFF2-40B4-BE49-F238E27FC236}">
                <a16:creationId xmlns:a16="http://schemas.microsoft.com/office/drawing/2014/main" id="{3235F37F-B564-ECF6-A9DE-744276DEB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1953" y="1322876"/>
            <a:ext cx="4174348" cy="3185680"/>
          </a:xfrm>
          <a:prstGeom prst="rect">
            <a:avLst/>
          </a:prstGeom>
        </p:spPr>
      </p:pic>
    </p:spTree>
    <p:extLst>
      <p:ext uri="{BB962C8B-B14F-4D97-AF65-F5344CB8AC3E}">
        <p14:creationId xmlns:p14="http://schemas.microsoft.com/office/powerpoint/2010/main" val="3278617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42CDDA9D-4A2A-A1FF-DD1B-3ABD3971364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DB5913D-C444-5E70-DA84-49B2FBB1487C}"/>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Key Metrics for Both Territories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2F993A9-BB9B-C946-2255-1863E6AA1788}"/>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CA73D105-91C0-00B0-BDED-5C9A18B2D5ED}"/>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477AD43F-ADFE-6E90-B496-25C05FB5F016}"/>
              </a:ext>
            </a:extLst>
          </p:cNvPr>
          <p:cNvSpPr/>
          <p:nvPr/>
        </p:nvSpPr>
        <p:spPr>
          <a:xfrm>
            <a:off x="365760" y="164592"/>
            <a:ext cx="2011680" cy="329184"/>
          </a:xfrm>
          <a:prstGeom prst="roundRect">
            <a:avLst>
              <a:gd name="adj" fmla="val 25000"/>
            </a:avLst>
          </a:prstGeom>
          <a:solidFill>
            <a:schemeClr val="accent4">
              <a:lumMod val="40000"/>
              <a:lumOff val="60000"/>
            </a:schemeClr>
          </a:solidFill>
          <a:ln w="12700">
            <a:solidFill>
              <a:schemeClr val="accent4">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Executive Summary</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0" name="Rectangle 9">
            <a:extLst>
              <a:ext uri="{FF2B5EF4-FFF2-40B4-BE49-F238E27FC236}">
                <a16:creationId xmlns:a16="http://schemas.microsoft.com/office/drawing/2014/main" id="{FE95EB37-0F28-679F-DD48-B7221584332B}"/>
              </a:ext>
            </a:extLst>
          </p:cNvPr>
          <p:cNvSpPr/>
          <p:nvPr/>
        </p:nvSpPr>
        <p:spPr>
          <a:xfrm>
            <a:off x="431074" y="1404257"/>
            <a:ext cx="11266715" cy="4886813"/>
          </a:xfrm>
          <a:prstGeom prst="rect">
            <a:avLst/>
          </a:prstGeom>
          <a:solidFill>
            <a:srgbClr val="8497B0"/>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The image shows a bar chart detailing revenue growth for technology and accessories in New Jersey and Texas, with a focus on key insights such as top stores and customers.  AI-generated content may be incorrect.">
            <a:extLst>
              <a:ext uri="{FF2B5EF4-FFF2-40B4-BE49-F238E27FC236}">
                <a16:creationId xmlns:a16="http://schemas.microsoft.com/office/drawing/2014/main" id="{89EA667F-0CF2-732B-96BF-2AC26F0527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342" y="1561298"/>
            <a:ext cx="10671427" cy="4572729"/>
          </a:xfrm>
          <a:prstGeom prst="rect">
            <a:avLst/>
          </a:prstGeom>
        </p:spPr>
      </p:pic>
    </p:spTree>
    <p:extLst>
      <p:ext uri="{BB962C8B-B14F-4D97-AF65-F5344CB8AC3E}">
        <p14:creationId xmlns:p14="http://schemas.microsoft.com/office/powerpoint/2010/main" val="354105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E42"/>
        </a:solidFill>
        <a:effectLst/>
      </p:bgPr>
    </p:bg>
    <p:spTree>
      <p:nvGrpSpPr>
        <p:cNvPr id="1" name=""/>
        <p:cNvGrpSpPr/>
        <p:nvPr/>
      </p:nvGrpSpPr>
      <p:grpSpPr>
        <a:xfrm>
          <a:off x="0" y="0"/>
          <a:ext cx="0" cy="0"/>
          <a:chOff x="0" y="0"/>
          <a:chExt cx="0" cy="0"/>
        </a:xfrm>
      </p:grpSpPr>
      <p:sp>
        <p:nvSpPr>
          <p:cNvPr id="4" name="Text 2"/>
          <p:cNvSpPr/>
          <p:nvPr/>
        </p:nvSpPr>
        <p:spPr>
          <a:xfrm>
            <a:off x="365760" y="566928"/>
            <a:ext cx="11457432" cy="566928"/>
          </a:xfrm>
          <a:prstGeom prst="rect">
            <a:avLst/>
          </a:prstGeom>
          <a:noFill/>
          <a:ln/>
        </p:spPr>
        <p:txBody>
          <a:bodyPr wrap="square" rtlCol="0" anchor="ctr"/>
          <a:lstStyle/>
          <a:p>
            <a:pPr lvl="0">
              <a:defRPr/>
            </a:pPr>
            <a:r>
              <a:rPr lang="en-US" sz="2800" dirty="0">
                <a:solidFill>
                  <a:srgbClr val="FFFFFF"/>
                </a:solidFill>
                <a:latin typeface="Avenir Next LT Pro" pitchFamily="34" charset="0"/>
                <a:ea typeface="Avenir Next LT Pro" pitchFamily="34" charset="-122"/>
                <a:cs typeface="Avenir Next LT Pro" pitchFamily="34" charset="-120"/>
              </a:rPr>
              <a:t>Marketing Focus Recommendations - </a:t>
            </a:r>
            <a:r>
              <a:rPr lang="en-US" sz="2800" b="1" dirty="0">
                <a:solidFill>
                  <a:srgbClr val="FFFFFF"/>
                </a:solidFill>
                <a:latin typeface="Avenir Next LT Pro" pitchFamily="34" charset="0"/>
                <a:ea typeface="Avenir Next LT Pro" pitchFamily="34" charset="-122"/>
                <a:cs typeface="Avenir Next LT Pro" pitchFamily="34" charset="-120"/>
              </a:rPr>
              <a:t>Quarter 1 2026</a:t>
            </a:r>
            <a:endParaRPr lang="en-US" sz="2800" b="1" dirty="0">
              <a:solidFill>
                <a:prstClr val="black"/>
              </a:solidFill>
            </a:endParaRPr>
          </a:p>
        </p:txBody>
      </p:sp>
      <p:sp>
        <p:nvSpPr>
          <p:cNvPr id="9" name="Shape 7"/>
          <p:cNvSpPr/>
          <p:nvPr/>
        </p:nvSpPr>
        <p:spPr>
          <a:xfrm>
            <a:off x="365760" y="1316736"/>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65760" y="1316736"/>
            <a:ext cx="64008" cy="1170432"/>
          </a:xfrm>
          <a:prstGeom prst="rect">
            <a:avLst/>
          </a:prstGeom>
          <a:solidFill>
            <a:srgbClr val="FBEBAC"/>
          </a:solidFill>
          <a:ln w="1270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12064" y="1700784"/>
            <a:ext cx="292608" cy="292608"/>
          </a:xfrm>
          <a:prstGeom prst="ellipse">
            <a:avLst/>
          </a:prstGeom>
          <a:solidFill>
            <a:srgbClr val="FBEBAC"/>
          </a:solidFill>
          <a:ln w="1270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12064" y="1700784"/>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932688" y="1371600"/>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Primary Focus: Technology &amp; Accessories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32688" y="1664208"/>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Avenir Next LT Pro" pitchFamily="34" charset="0"/>
                <a:ea typeface="Avenir Next LT Pro" pitchFamily="34" charset="-122"/>
                <a:cs typeface="Avenir Next LT Pro" pitchFamily="34" charset="-120"/>
              </a:rPr>
              <a:t>Technology &amp; Accessories is the clear revenue driver across both territories generating over $6M combined. Marketing efforts should prioritize promoting technology products, especially in Texas where the gap with New Jersey is largest. Leveraging </a:t>
            </a:r>
            <a:r>
              <a:rPr kumimoji="0" lang="en-US" sz="1200" b="0" i="0" u="none" strike="noStrike" kern="1200" cap="none" spc="0" normalizeH="0" baseline="0" noProof="0" dirty="0" err="1">
                <a:ln>
                  <a:noFill/>
                </a:ln>
                <a:solidFill>
                  <a:schemeClr val="bg1"/>
                </a:solidFill>
                <a:effectLst/>
                <a:uLnTx/>
                <a:uFillTx/>
                <a:latin typeface="Avenir Next LT Pro" pitchFamily="34" charset="0"/>
                <a:ea typeface="Avenir Next LT Pro" pitchFamily="34" charset="-122"/>
                <a:cs typeface="Avenir Next LT Pro" pitchFamily="34" charset="-120"/>
              </a:rPr>
              <a:t>Te</a:t>
            </a:r>
            <a:r>
              <a:rPr lang="en-US" sz="1200" dirty="0" err="1">
                <a:solidFill>
                  <a:schemeClr val="bg1"/>
                </a:solidFill>
                <a:latin typeface="Avenir Next LT Pro" pitchFamily="34" charset="0"/>
                <a:ea typeface="Avenir Next LT Pro" pitchFamily="34" charset="-122"/>
                <a:cs typeface="Avenir Next LT Pro" pitchFamily="34" charset="-120"/>
              </a:rPr>
              <a:t>xas</a:t>
            </a:r>
            <a:r>
              <a:rPr kumimoji="0" lang="en-US" sz="1200" b="0" i="0" u="none" strike="noStrike" kern="1200" cap="none" spc="0" normalizeH="0" baseline="0" noProof="0" dirty="0">
                <a:ln>
                  <a:noFill/>
                </a:ln>
                <a:solidFill>
                  <a:schemeClr val="bg1"/>
                </a:solidFill>
                <a:effectLst/>
                <a:uLnTx/>
                <a:uFillTx/>
                <a:latin typeface="Avenir Next LT Pro" pitchFamily="34" charset="0"/>
                <a:ea typeface="Avenir Next LT Pro" pitchFamily="34" charset="-122"/>
                <a:cs typeface="Avenir Next LT Pro" pitchFamily="34" charset="-120"/>
              </a:rPr>
              <a:t> customer loyalty by offering care packages or accessories bundles with technology purchases could incentivize both existing and new customers to increase their spend in this category.</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Shape 13"/>
          <p:cNvSpPr/>
          <p:nvPr/>
        </p:nvSpPr>
        <p:spPr>
          <a:xfrm>
            <a:off x="365760" y="2578608"/>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365760" y="2578608"/>
            <a:ext cx="64008" cy="1170432"/>
          </a:xfrm>
          <a:prstGeom prst="rect">
            <a:avLst/>
          </a:prstGeom>
          <a:solidFill>
            <a:schemeClr val="accent2">
              <a:lumMod val="60000"/>
              <a:lumOff val="40000"/>
            </a:schemeClr>
          </a:solidFill>
          <a:ln w="12700">
            <a:solidFill>
              <a:srgbClr val="F580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12064" y="2962656"/>
            <a:ext cx="292608" cy="292608"/>
          </a:xfrm>
          <a:prstGeom prst="ellipse">
            <a:avLst/>
          </a:prstGeom>
          <a:solidFill>
            <a:schemeClr val="accent2">
              <a:lumMod val="40000"/>
              <a:lumOff val="60000"/>
            </a:schemeClr>
          </a:solidFill>
          <a:ln w="12700">
            <a:solidFill>
              <a:srgbClr val="F580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9" name="Text 17"/>
          <p:cNvSpPr/>
          <p:nvPr/>
        </p:nvSpPr>
        <p:spPr>
          <a:xfrm>
            <a:off x="932688" y="2633472"/>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Secondary Focus: Stationery Bundle Strategy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32688" y="2926080"/>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Avenir Next LT Pro" pitchFamily="34" charset="0"/>
                <a:ea typeface="Avenir Next LT Pro" pitchFamily="34" charset="-122"/>
                <a:cs typeface="Avenir Next LT Pro" pitchFamily="34" charset="-120"/>
              </a:rPr>
              <a:t>Introducing bundle promotions pairing Stationery with Books or Art Supplies as back-to-school or premium studying packages would simultaneously lift revenue across three low-performing categories while targeting what the seasonal data suggests is a predominantly student consumer base.</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1" name="Shape 19"/>
          <p:cNvSpPr/>
          <p:nvPr/>
        </p:nvSpPr>
        <p:spPr>
          <a:xfrm>
            <a:off x="365760" y="3840480"/>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365760" y="3840480"/>
            <a:ext cx="64008" cy="1170432"/>
          </a:xfrm>
          <a:prstGeom prst="rect">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12064" y="4224528"/>
            <a:ext cx="292608" cy="292608"/>
          </a:xfrm>
          <a:prstGeom prst="ellipse">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12064" y="4224528"/>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932688" y="3895344"/>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Customer Retention: VIP Rewards + Email Tracking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18972" y="4111752"/>
            <a:ext cx="10789920" cy="749808"/>
          </a:xfrm>
          <a:prstGeom prst="rect">
            <a:avLst/>
          </a:prstGeom>
          <a:noFill/>
          <a:ln/>
        </p:spPr>
        <p:txBody>
          <a:bodyPr wrap="square" rtlCol="0" anchor="t"/>
          <a:lstStyle/>
          <a:p>
            <a:pPr lvl="0"/>
            <a:r>
              <a:rPr lang="en-US" sz="1200" dirty="0">
                <a:solidFill>
                  <a:schemeClr val="bg1"/>
                </a:solidFill>
                <a:latin typeface="Avenir Next LT Pro" panose="020B0504020202020204" pitchFamily="34" charset="0"/>
                <a:ea typeface="Avenir Next LT Pro" pitchFamily="34" charset="-122"/>
                <a:cs typeface="Avenir Next LT Pro" pitchFamily="34" charset="-120"/>
              </a:rPr>
              <a:t>A points-based VIP rewards expansion targeting high spenders could increase transaction frequency and drive enrollment among non-rewards customers who currently cannot be tracked. Since every transaction is already tied to an email address, implementing a lightweight email-based tracking system would provide full visibility into customer behavior across both territories, not just rewards members.</a:t>
            </a:r>
            <a:endParaRPr kumimoji="0" lang="en-US" sz="1200" b="0" i="0" u="none" strike="noStrike" kern="1200" cap="none" spc="0" normalizeH="0" baseline="0" noProof="0" dirty="0">
              <a:ln>
                <a:noFill/>
              </a:ln>
              <a:solidFill>
                <a:schemeClr val="bg1"/>
              </a:solidFill>
              <a:effectLst/>
              <a:uLnTx/>
              <a:uFillTx/>
              <a:latin typeface="Avenir Next LT Pro" panose="020B0504020202020204" pitchFamily="34" charset="0"/>
            </a:endParaRPr>
          </a:p>
        </p:txBody>
      </p:sp>
      <p:sp>
        <p:nvSpPr>
          <p:cNvPr id="27" name="Shape 25"/>
          <p:cNvSpPr/>
          <p:nvPr/>
        </p:nvSpPr>
        <p:spPr>
          <a:xfrm>
            <a:off x="365760" y="5102352"/>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365760" y="5102352"/>
            <a:ext cx="64008" cy="1170432"/>
          </a:xfrm>
          <a:prstGeom prst="rect">
            <a:avLst/>
          </a:prstGeom>
          <a:solidFill>
            <a:srgbClr val="89CCFD"/>
          </a:solidFill>
          <a:ln w="12700">
            <a:solidFill>
              <a:srgbClr val="009A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512064" y="5486400"/>
            <a:ext cx="292608" cy="292608"/>
          </a:xfrm>
          <a:prstGeom prst="ellipse">
            <a:avLst/>
          </a:prstGeom>
          <a:solidFill>
            <a:srgbClr val="89CCFD"/>
          </a:solidFill>
          <a:ln w="12700">
            <a:solidFill>
              <a:srgbClr val="009A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1" name="Text 29"/>
          <p:cNvSpPr/>
          <p:nvPr/>
        </p:nvSpPr>
        <p:spPr>
          <a:xfrm>
            <a:off x="932688" y="5157216"/>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Store Performance Disparity: Address Outliers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32688" y="5449824"/>
            <a:ext cx="10789920" cy="749808"/>
          </a:xfrm>
          <a:prstGeom prst="rect">
            <a:avLst/>
          </a:prstGeom>
          <a:noFill/>
          <a:ln/>
        </p:spPr>
        <p:txBody>
          <a:bodyPr wrap="square" rtlCol="0" anchor="t"/>
          <a:lstStyle/>
          <a:p>
            <a:pPr lvl="0">
              <a:defRPr/>
            </a:pPr>
            <a:r>
              <a:rPr lang="en-US" sz="1100" dirty="0">
                <a:solidFill>
                  <a:schemeClr val="bg1"/>
                </a:solidFill>
                <a:latin typeface="Avenir Next LT Pro" panose="020B0504020202020204" pitchFamily="34" charset="0"/>
                <a:ea typeface="Avenir Next LT Pro" pitchFamily="34" charset="-122"/>
                <a:cs typeface="Avenir Next LT Pro" pitchFamily="34" charset="-120"/>
              </a:rPr>
              <a:t>Dallas' underperformance is surprising given its metropolitan population of </a:t>
            </a:r>
            <a:r>
              <a:rPr lang="en-US" sz="1100" b="1" dirty="0">
                <a:solidFill>
                  <a:schemeClr val="bg1"/>
                </a:solidFill>
                <a:latin typeface="Avenir Next LT Pro" panose="020B0504020202020204" pitchFamily="34" charset="0"/>
                <a:ea typeface="Avenir Next LT Pro" pitchFamily="34" charset="-122"/>
                <a:cs typeface="Avenir Next LT Pro" pitchFamily="34" charset="-120"/>
              </a:rPr>
              <a:t>approximately 1.3 million according to the U.S. </a:t>
            </a:r>
            <a:r>
              <a:rPr lang="en-US" sz="1100" b="1">
                <a:solidFill>
                  <a:schemeClr val="bg1"/>
                </a:solidFill>
                <a:latin typeface="Avenir Next LT Pro" panose="020B0504020202020204" pitchFamily="34" charset="0"/>
                <a:ea typeface="Avenir Next LT Pro" pitchFamily="34" charset="-122"/>
                <a:cs typeface="Avenir Next LT Pro" pitchFamily="34" charset="-120"/>
              </a:rPr>
              <a:t>Census Bureau, </a:t>
            </a:r>
            <a:r>
              <a:rPr lang="en-US" sz="1100">
                <a:solidFill>
                  <a:schemeClr val="bg1"/>
                </a:solidFill>
                <a:latin typeface="Avenir Next LT Pro" panose="020B0504020202020204" pitchFamily="34" charset="0"/>
                <a:ea typeface="Avenir Next LT Pro" pitchFamily="34" charset="-122"/>
                <a:cs typeface="Avenir Next LT Pro" pitchFamily="34" charset="-120"/>
              </a:rPr>
              <a:t>suggesting </a:t>
            </a:r>
            <a:r>
              <a:rPr lang="en-US" sz="1100" dirty="0">
                <a:solidFill>
                  <a:schemeClr val="bg1"/>
                </a:solidFill>
                <a:latin typeface="Avenir Next LT Pro" panose="020B0504020202020204" pitchFamily="34" charset="0"/>
                <a:ea typeface="Avenir Next LT Pro" pitchFamily="34" charset="-122"/>
                <a:cs typeface="Avenir Next LT Pro" pitchFamily="34" charset="-120"/>
              </a:rPr>
              <a:t>location alone is not the issue.</a:t>
            </a:r>
            <a:r>
              <a:rPr lang="en-US" sz="1100" b="0" i="0" dirty="0">
                <a:solidFill>
                  <a:schemeClr val="bg1"/>
                </a:solidFill>
                <a:effectLst/>
                <a:latin typeface="Avenir Next LT Pro" panose="020B0504020202020204" pitchFamily="34" charset="0"/>
              </a:rPr>
              <a:t> </a:t>
            </a:r>
            <a:r>
              <a:rPr kumimoji="0" lang="en-US" sz="1100" b="0" i="0" u="none" strike="noStrike" kern="1200" cap="none" spc="0" normalizeH="0" baseline="0" noProof="0" dirty="0">
                <a:ln>
                  <a:noFill/>
                </a:ln>
                <a:solidFill>
                  <a:schemeClr val="bg1"/>
                </a:solidFill>
                <a:effectLst/>
                <a:uLnTx/>
                <a:uFillTx/>
                <a:latin typeface="Avenir Next LT Pro" panose="020B0504020202020204" pitchFamily="34" charset="0"/>
                <a:ea typeface="Avenir Next LT Pro" pitchFamily="34" charset="-122"/>
                <a:cs typeface="Avenir Next LT Pro" pitchFamily="34" charset="-120"/>
              </a:rPr>
              <a:t>Jeff Richards and Miami Vue should conduct store quality audits examining foot traffic, product placement, and staff engagement. Replicating successful tactics from top-performing stores Beaumont (TX) and Newark (NJ) is a practical first step before investing in larger external campaigns.</a:t>
            </a:r>
            <a:endParaRPr kumimoji="0" lang="en-US" sz="1100" b="0" i="0" u="none" strike="noStrike" kern="1200" cap="none" spc="0" normalizeH="0" baseline="0" noProof="0" dirty="0">
              <a:ln>
                <a:noFill/>
              </a:ln>
              <a:solidFill>
                <a:schemeClr val="bg1"/>
              </a:solidFill>
              <a:effectLst/>
              <a:uLnTx/>
              <a:uFillTx/>
              <a:latin typeface="Avenir Next LT Pro" panose="020B0504020202020204" pitchFamily="34" charset="0"/>
            </a:endParaRPr>
          </a:p>
        </p:txBody>
      </p:sp>
      <p:cxnSp>
        <p:nvCxnSpPr>
          <p:cNvPr id="35" name="Straight Connector 34">
            <a:extLst>
              <a:ext uri="{FF2B5EF4-FFF2-40B4-BE49-F238E27FC236}">
                <a16:creationId xmlns:a16="http://schemas.microsoft.com/office/drawing/2014/main" id="{0CF39B44-6DFD-9D51-D77E-B0A600D4E821}"/>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6" name="Shape 25">
            <a:extLst>
              <a:ext uri="{FF2B5EF4-FFF2-40B4-BE49-F238E27FC236}">
                <a16:creationId xmlns:a16="http://schemas.microsoft.com/office/drawing/2014/main" id="{D730B70B-2EB5-9174-2F41-F895BE2B2D49}"/>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80F2445B-4E04-E291-D2A2-F7D7880FBDC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30FC3A0-A992-60C4-39F8-EDDB4311CE06}"/>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GitHub Repository</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F3838BE-E1D3-B9D4-A3B7-47677CBE6097}"/>
              </a:ext>
            </a:extLst>
          </p:cNvPr>
          <p:cNvSpPr/>
          <p:nvPr/>
        </p:nvSpPr>
        <p:spPr>
          <a:xfrm>
            <a:off x="365760" y="1298448"/>
            <a:ext cx="5541264" cy="4882896"/>
          </a:xfrm>
          <a:prstGeom prst="rect">
            <a:avLst/>
          </a:prstGeom>
          <a:solidFill>
            <a:srgbClr val="8497B0"/>
          </a:solidFill>
          <a:ln>
            <a:solidFill>
              <a:schemeClr val="tx2">
                <a:lumMod val="60000"/>
                <a:lumOff val="40000"/>
              </a:schemeClr>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88EB6C60-11FC-E199-2189-0741785F6C8C}"/>
              </a:ext>
            </a:extLst>
          </p:cNvPr>
          <p:cNvSpPr/>
          <p:nvPr/>
        </p:nvSpPr>
        <p:spPr>
          <a:xfrm>
            <a:off x="530352" y="1828800"/>
            <a:ext cx="5212080" cy="4023360"/>
          </a:xfrm>
          <a:prstGeom prst="rect">
            <a:avLst/>
          </a:prstGeom>
          <a:noFill/>
          <a:ln/>
        </p:spPr>
        <p:txBody>
          <a:bodyPr wrap="square" rtlCol="0" anchor="t"/>
          <a:lstStyle/>
          <a:p>
            <a:pPr lvl="0">
              <a:defRPr/>
            </a:pPr>
            <a:endParaRPr lang="en-US" sz="1400" dirty="0">
              <a:solidFill>
                <a:prstClr val="black"/>
              </a:solidFill>
              <a:latin typeface="Avenir Next LT Pro" panose="020B0504020202020204" pitchFamily="34" charset="0"/>
              <a:hlinkClick r:id="rId3"/>
            </a:endParaRPr>
          </a:p>
          <a:p>
            <a:pPr lvl="0">
              <a:defRPr/>
            </a:pPr>
            <a:endParaRPr lang="en-US" sz="1400" dirty="0">
              <a:solidFill>
                <a:prstClr val="black"/>
              </a:solidFill>
              <a:latin typeface="Avenir Next LT Pro" panose="020B0504020202020204" pitchFamily="34" charset="0"/>
              <a:hlinkClick r:id="rId3"/>
            </a:endParaRPr>
          </a:p>
          <a:p>
            <a:pPr lvl="0" algn="ctr">
              <a:defRPr/>
            </a:pPr>
            <a:endParaRPr lang="en-US" sz="3600" dirty="0">
              <a:solidFill>
                <a:prstClr val="black"/>
              </a:solidFill>
              <a:latin typeface="Lucida Calligraphy" panose="03010101010101010101" pitchFamily="66" charset="0"/>
              <a:hlinkClick r:id="rId3"/>
            </a:endParaRPr>
          </a:p>
          <a:p>
            <a:pPr algn="ctr">
              <a:defRPr/>
            </a:pPr>
            <a:r>
              <a:rPr lang="en-US" sz="3600" dirty="0">
                <a:solidFill>
                  <a:schemeClr val="bg1"/>
                </a:solidFill>
                <a:latin typeface="Lucida Calligraphy" panose="03010101010101010101" pitchFamily="66" charset="0"/>
                <a:ea typeface="Avenir Next LT Pro" pitchFamily="34" charset="-122"/>
                <a:cs typeface="Avenir Next LT Pro" pitchFamily="34" charset="-120"/>
              </a:rPr>
              <a:t>Thank You!</a:t>
            </a:r>
            <a:endParaRPr lang="en-US" sz="3600" dirty="0">
              <a:solidFill>
                <a:schemeClr val="bg1"/>
              </a:solidFill>
              <a:latin typeface="Lucida Calligraphy" panose="03010101010101010101" pitchFamily="66" charset="0"/>
            </a:endParaRPr>
          </a:p>
          <a:p>
            <a:pPr lvl="0">
              <a:defRPr/>
            </a:pPr>
            <a:endParaRPr lang="en-US" sz="1400" dirty="0">
              <a:solidFill>
                <a:schemeClr val="bg1"/>
              </a:solidFill>
              <a:latin typeface="Avenir Next LT Pro" panose="020B0504020202020204" pitchFamily="34" charset="0"/>
              <a:hlinkClick r:id="rId3">
                <a:extLst>
                  <a:ext uri="{A12FA001-AC4F-418D-AE19-62706E023703}">
                    <ahyp:hlinkClr xmlns:ahyp="http://schemas.microsoft.com/office/drawing/2018/hyperlinkcolor" val="tx"/>
                  </a:ext>
                </a:extLst>
              </a:hlinkClick>
            </a:endParaRPr>
          </a:p>
          <a:p>
            <a:pPr lvl="0">
              <a:defRPr/>
            </a:pPr>
            <a:endParaRPr lang="en-US" sz="1400" dirty="0">
              <a:solidFill>
                <a:srgbClr val="0563C1"/>
              </a:solidFill>
              <a:latin typeface="Avenir Next LT Pro" panose="020B0504020202020204" pitchFamily="34" charset="0"/>
              <a:hlinkClick r:id="rId3">
                <a:extLst>
                  <a:ext uri="{A12FA001-AC4F-418D-AE19-62706E023703}">
                    <ahyp:hlinkClr xmlns:ahyp="http://schemas.microsoft.com/office/drawing/2018/hyperlinkcolor" val="tx"/>
                  </a:ext>
                </a:extLst>
              </a:hlinkClick>
            </a:endParaRPr>
          </a:p>
          <a:p>
            <a:pPr lvl="0" algn="ctr">
              <a:defRPr/>
            </a:pPr>
            <a:endParaRPr lang="en-US" sz="2800" dirty="0">
              <a:solidFill>
                <a:srgbClr val="0563C1"/>
              </a:solidFill>
              <a:latin typeface="Avenir Next LT Pro" panose="020B0504020202020204" pitchFamily="34" charset="0"/>
              <a:hlinkClick r:id="rId3">
                <a:extLst>
                  <a:ext uri="{A12FA001-AC4F-418D-AE19-62706E023703}">
                    <ahyp:hlinkClr xmlns:ahyp="http://schemas.microsoft.com/office/drawing/2018/hyperlinkcolor" val="tx"/>
                  </a:ext>
                </a:extLst>
              </a:hlinkClick>
            </a:endParaRPr>
          </a:p>
          <a:p>
            <a:pPr lvl="0" algn="ctr">
              <a:defRPr/>
            </a:pPr>
            <a:r>
              <a:rPr lang="en-US" sz="1600" dirty="0">
                <a:solidFill>
                  <a:srgbClr val="0563C1"/>
                </a:solidFill>
                <a:latin typeface="Avenir Next LT Pro" panose="020B0504020202020204" pitchFamily="34" charset="0"/>
                <a:hlinkClick r:id="rId3">
                  <a:extLst>
                    <a:ext uri="{A12FA001-AC4F-418D-AE19-62706E023703}">
                      <ahyp:hlinkClr xmlns:ahyp="http://schemas.microsoft.com/office/drawing/2018/hyperlinkcolor" val="tx"/>
                    </a:ext>
                  </a:extLst>
                </a:hlinkClick>
              </a:rPr>
              <a:t>https://github.com/sguerrero777/Capstone_2.git</a:t>
            </a:r>
            <a:endParaRPr lang="en-US" sz="1600" dirty="0">
              <a:solidFill>
                <a:srgbClr val="0563C1"/>
              </a:solidFill>
              <a:latin typeface="Avenir Next LT Pro" panose="020B0504020202020204" pitchFamily="34" charset="0"/>
            </a:endParaRPr>
          </a:p>
          <a:p>
            <a:pPr lvl="0" algn="ctr">
              <a:defRPr/>
            </a:pPr>
            <a:endParaRPr lang="en-US" sz="1600" dirty="0">
              <a:solidFill>
                <a:srgbClr val="0563C1"/>
              </a:solidFill>
              <a:latin typeface="Avenir Next LT Pro" panose="020B0504020202020204" pitchFamily="34" charset="0"/>
              <a:hlinkClick r:id="rId4"/>
            </a:endParaRPr>
          </a:p>
          <a:p>
            <a:pPr lvl="0" algn="ctr">
              <a:defRPr/>
            </a:pPr>
            <a:r>
              <a:rPr lang="en-US" sz="1600" dirty="0">
                <a:solidFill>
                  <a:srgbClr val="0563C1"/>
                </a:solidFill>
                <a:latin typeface="Avenir Next LT Pro" panose="020B0504020202020204" pitchFamily="34" charset="0"/>
                <a:hlinkClick r:id="rId4"/>
              </a:rPr>
              <a:t>sguerrero@my.yearupunited.org</a:t>
            </a:r>
            <a:endParaRPr lang="en-US" sz="1600" dirty="0">
              <a:solidFill>
                <a:srgbClr val="0563C1"/>
              </a:solidFill>
              <a:latin typeface="Avenir Next LT Pro" panose="020B0504020202020204" pitchFamily="34" charset="0"/>
            </a:endParaRPr>
          </a:p>
          <a:p>
            <a:pPr lvl="0" algn="ctr">
              <a:defRPr/>
            </a:pPr>
            <a:endParaRPr lang="en-US" sz="1600" dirty="0">
              <a:solidFill>
                <a:prstClr val="black"/>
              </a:solidFill>
              <a:latin typeface="Avenir Next LT Pro" panose="020B0504020202020204" pitchFamily="34" charset="0"/>
            </a:endParaRPr>
          </a:p>
          <a:p>
            <a:pPr lvl="0">
              <a:defRPr/>
            </a:pPr>
            <a:endParaRPr kumimoji="0" lang="en-US"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endParaRPr>
          </a:p>
        </p:txBody>
      </p:sp>
      <p:sp>
        <p:nvSpPr>
          <p:cNvPr id="14" name="Shape 12">
            <a:extLst>
              <a:ext uri="{FF2B5EF4-FFF2-40B4-BE49-F238E27FC236}">
                <a16:creationId xmlns:a16="http://schemas.microsoft.com/office/drawing/2014/main" id="{36295E2F-3AD3-4332-FBD4-EF00B78F0AC9}"/>
              </a:ext>
            </a:extLst>
          </p:cNvPr>
          <p:cNvSpPr/>
          <p:nvPr/>
        </p:nvSpPr>
        <p:spPr>
          <a:xfrm>
            <a:off x="6272784" y="1298448"/>
            <a:ext cx="5550408" cy="4882896"/>
          </a:xfrm>
          <a:prstGeom prst="rect">
            <a:avLst/>
          </a:prstGeom>
          <a:solidFill>
            <a:schemeClr val="tx2">
              <a:lumMod val="60000"/>
              <a:lumOff val="40000"/>
            </a:schemeClr>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519C84CD-EC3C-37F5-2ABD-A3CFA524A66D}"/>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DBABBDF1-305F-BCF8-B8DB-8934A749C61F}"/>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063657"/>
      </p:ext>
    </p:extLst>
  </p:cSld>
  <p:clrMapOvr>
    <a:masterClrMapping/>
  </p:clrMapOvr>
</p:sld>
</file>

<file path=ppt/theme/theme1.xml><?xml version="1.0" encoding="utf-8"?>
<a:theme xmlns:a="http://schemas.openxmlformats.org/drawingml/2006/main" name="Custom">
  <a:themeElements>
    <a:clrScheme name="TM16411243">
      <a:dk1>
        <a:srgbClr val="000000"/>
      </a:dk1>
      <a:lt1>
        <a:srgbClr val="FFFFFF"/>
      </a:lt1>
      <a:dk2>
        <a:srgbClr val="2B2E42"/>
      </a:dk2>
      <a:lt2>
        <a:srgbClr val="E7E6E6"/>
      </a:lt2>
      <a:accent1>
        <a:srgbClr val="F4CE2F"/>
      </a:accent1>
      <a:accent2>
        <a:srgbClr val="D23958"/>
      </a:accent2>
      <a:accent3>
        <a:srgbClr val="F58020"/>
      </a:accent3>
      <a:accent4>
        <a:srgbClr val="009AD5"/>
      </a:accent4>
      <a:accent5>
        <a:srgbClr val="0479CE"/>
      </a:accent5>
      <a:accent6>
        <a:srgbClr val="25C29C"/>
      </a:accent6>
      <a:hlink>
        <a:srgbClr val="0563C1"/>
      </a:hlink>
      <a:folHlink>
        <a:srgbClr val="954F72"/>
      </a:folHlink>
    </a:clrScheme>
    <a:fontScheme name="Custom 70">
      <a:majorFont>
        <a:latin typeface="Avenir Next LT Pro Demi"/>
        <a:ea typeface=""/>
        <a:cs typeface=""/>
      </a:majorFont>
      <a:minorFont>
        <a:latin typeface="Avenir Next LT Pro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3_Win32_SL_v4" id="{5E1028BC-039D-4A85-8182-5BC71B8BBFDB}" vid="{8FC0B532-47E6-48BF-A500-9A0D2EC438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1264</Words>
  <Application>Microsoft Office PowerPoint</Application>
  <PresentationFormat>Widescreen</PresentationFormat>
  <Paragraphs>128</Paragraphs>
  <Slides>11</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vt:lpstr>
      <vt:lpstr>Arial</vt:lpstr>
      <vt:lpstr>Avenir Next LT Pro</vt:lpstr>
      <vt:lpstr>Avenir Next LT Pro </vt:lpstr>
      <vt:lpstr>Avenir Next LT Pro Demi</vt:lpstr>
      <vt:lpstr>Calibri</vt:lpstr>
      <vt:lpstr>Lucida Calligraphy</vt:lpstr>
      <vt:lpstr>Custom</vt:lpstr>
      <vt:lpstr>Office Theme</vt:lpstr>
      <vt:lpstr>PowerPoint Presentation</vt:lpstr>
      <vt:lpstr>PowerPoint Presentation</vt:lpstr>
      <vt:lpstr>Analysis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sharleen guerrero</dc:creator>
  <cp:lastModifiedBy>sharleen guerrero</cp:lastModifiedBy>
  <cp:revision>1</cp:revision>
  <dcterms:created xsi:type="dcterms:W3CDTF">2026-05-29T00:06:17Z</dcterms:created>
  <dcterms:modified xsi:type="dcterms:W3CDTF">2026-05-29T04:05:28Z</dcterms:modified>
</cp:coreProperties>
</file>